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2" r:id="rId7"/>
    <p:sldId id="261" r:id="rId8"/>
    <p:sldId id="264" r:id="rId9"/>
    <p:sldId id="265" r:id="rId10"/>
    <p:sldId id="266" r:id="rId11"/>
    <p:sldId id="267" r:id="rId12"/>
    <p:sldId id="263" r:id="rId13"/>
    <p:sldId id="268" r:id="rId14"/>
    <p:sldId id="269" r:id="rId15"/>
    <p:sldId id="271" r:id="rId16"/>
    <p:sldId id="272" r:id="rId17"/>
    <p:sldId id="273" r:id="rId18"/>
    <p:sldId id="275" r:id="rId19"/>
    <p:sldId id="278" r:id="rId20"/>
    <p:sldId id="277"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00399D3-2211-4481-B416-C73F08EEBC60}" v="17" dt="2026-02-24T03:25:14.4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nandhitha S G" userId="22fb04d357ec0973" providerId="LiveId" clId="{ADE60C1C-89BE-4951-90ED-6B23B09C179A}"/>
    <pc:docChg chg="undo custSel addSld delSld modSld sldOrd">
      <pc:chgData name="Sunandhitha S G" userId="22fb04d357ec0973" providerId="LiveId" clId="{ADE60C1C-89BE-4951-90ED-6B23B09C179A}" dt="2026-02-24T03:25:14.431" v="248"/>
      <pc:docMkLst>
        <pc:docMk/>
      </pc:docMkLst>
      <pc:sldChg chg="delSp mod">
        <pc:chgData name="Sunandhitha S G" userId="22fb04d357ec0973" providerId="LiveId" clId="{ADE60C1C-89BE-4951-90ED-6B23B09C179A}" dt="2026-02-23T20:17:21.963" v="0" actId="478"/>
        <pc:sldMkLst>
          <pc:docMk/>
          <pc:sldMk cId="195854062" sldId="256"/>
        </pc:sldMkLst>
        <pc:spChg chg="del">
          <ac:chgData name="Sunandhitha S G" userId="22fb04d357ec0973" providerId="LiveId" clId="{ADE60C1C-89BE-4951-90ED-6B23B09C179A}" dt="2026-02-23T20:17:21.963" v="0" actId="478"/>
          <ac:spMkLst>
            <pc:docMk/>
            <pc:sldMk cId="195854062" sldId="256"/>
            <ac:spMk id="3" creationId="{358D2B4D-8D9E-1A35-0576-0673254EBE90}"/>
          </ac:spMkLst>
        </pc:spChg>
      </pc:sldChg>
      <pc:sldChg chg="modSp mod">
        <pc:chgData name="Sunandhitha S G" userId="22fb04d357ec0973" providerId="LiveId" clId="{ADE60C1C-89BE-4951-90ED-6B23B09C179A}" dt="2026-02-23T20:29:00.410" v="172" actId="20577"/>
        <pc:sldMkLst>
          <pc:docMk/>
          <pc:sldMk cId="3075684053" sldId="257"/>
        </pc:sldMkLst>
        <pc:spChg chg="mod">
          <ac:chgData name="Sunandhitha S G" userId="22fb04d357ec0973" providerId="LiveId" clId="{ADE60C1C-89BE-4951-90ED-6B23B09C179A}" dt="2026-02-23T20:28:40.823" v="135" actId="113"/>
          <ac:spMkLst>
            <pc:docMk/>
            <pc:sldMk cId="3075684053" sldId="257"/>
            <ac:spMk id="2" creationId="{72D51718-5FDC-5D9F-A590-7D5817770D7A}"/>
          </ac:spMkLst>
        </pc:spChg>
        <pc:spChg chg="mod">
          <ac:chgData name="Sunandhitha S G" userId="22fb04d357ec0973" providerId="LiveId" clId="{ADE60C1C-89BE-4951-90ED-6B23B09C179A}" dt="2026-02-23T20:29:00.410" v="172" actId="20577"/>
          <ac:spMkLst>
            <pc:docMk/>
            <pc:sldMk cId="3075684053" sldId="257"/>
            <ac:spMk id="3" creationId="{470DB453-C44B-AB85-1CBD-E8FD82AF558F}"/>
          </ac:spMkLst>
        </pc:spChg>
      </pc:sldChg>
      <pc:sldChg chg="modSp mod">
        <pc:chgData name="Sunandhitha S G" userId="22fb04d357ec0973" providerId="LiveId" clId="{ADE60C1C-89BE-4951-90ED-6B23B09C179A}" dt="2026-02-23T20:28:25.639" v="133" actId="113"/>
        <pc:sldMkLst>
          <pc:docMk/>
          <pc:sldMk cId="4177823184" sldId="258"/>
        </pc:sldMkLst>
        <pc:spChg chg="mod">
          <ac:chgData name="Sunandhitha S G" userId="22fb04d357ec0973" providerId="LiveId" clId="{ADE60C1C-89BE-4951-90ED-6B23B09C179A}" dt="2026-02-23T20:28:25.639" v="133" actId="113"/>
          <ac:spMkLst>
            <pc:docMk/>
            <pc:sldMk cId="4177823184" sldId="258"/>
            <ac:spMk id="2" creationId="{48859BCA-958E-21A3-B602-89D114A63A28}"/>
          </ac:spMkLst>
        </pc:spChg>
      </pc:sldChg>
      <pc:sldChg chg="modSp mod">
        <pc:chgData name="Sunandhitha S G" userId="22fb04d357ec0973" providerId="LiveId" clId="{ADE60C1C-89BE-4951-90ED-6B23B09C179A}" dt="2026-02-23T20:17:35.739" v="2" actId="12"/>
        <pc:sldMkLst>
          <pc:docMk/>
          <pc:sldMk cId="1971866079" sldId="259"/>
        </pc:sldMkLst>
        <pc:spChg chg="mod">
          <ac:chgData name="Sunandhitha S G" userId="22fb04d357ec0973" providerId="LiveId" clId="{ADE60C1C-89BE-4951-90ED-6B23B09C179A}" dt="2026-02-23T20:17:35.739" v="2" actId="12"/>
          <ac:spMkLst>
            <pc:docMk/>
            <pc:sldMk cId="1971866079" sldId="259"/>
            <ac:spMk id="3" creationId="{89084856-E9B8-8BDA-1991-3C725A7A0030}"/>
          </ac:spMkLst>
        </pc:spChg>
      </pc:sldChg>
      <pc:sldChg chg="modSp mod">
        <pc:chgData name="Sunandhitha S G" userId="22fb04d357ec0973" providerId="LiveId" clId="{ADE60C1C-89BE-4951-90ED-6B23B09C179A}" dt="2026-02-23T20:39:48.276" v="232" actId="113"/>
        <pc:sldMkLst>
          <pc:docMk/>
          <pc:sldMk cId="75659053" sldId="261"/>
        </pc:sldMkLst>
        <pc:spChg chg="mod">
          <ac:chgData name="Sunandhitha S G" userId="22fb04d357ec0973" providerId="LiveId" clId="{ADE60C1C-89BE-4951-90ED-6B23B09C179A}" dt="2026-02-23T20:39:48.276" v="232" actId="113"/>
          <ac:spMkLst>
            <pc:docMk/>
            <pc:sldMk cId="75659053" sldId="261"/>
            <ac:spMk id="2" creationId="{BBEA433F-86D5-BE5C-89E1-157CBCF2A7FB}"/>
          </ac:spMkLst>
        </pc:spChg>
      </pc:sldChg>
      <pc:sldChg chg="ord">
        <pc:chgData name="Sunandhitha S G" userId="22fb04d357ec0973" providerId="LiveId" clId="{ADE60C1C-89BE-4951-90ED-6B23B09C179A}" dt="2026-02-23T20:40:11.560" v="234"/>
        <pc:sldMkLst>
          <pc:docMk/>
          <pc:sldMk cId="511888719" sldId="263"/>
        </pc:sldMkLst>
      </pc:sldChg>
      <pc:sldChg chg="modSp mod">
        <pc:chgData name="Sunandhitha S G" userId="22fb04d357ec0973" providerId="LiveId" clId="{ADE60C1C-89BE-4951-90ED-6B23B09C179A}" dt="2026-02-24T03:25:14.431" v="248"/>
        <pc:sldMkLst>
          <pc:docMk/>
          <pc:sldMk cId="3157354599" sldId="264"/>
        </pc:sldMkLst>
        <pc:spChg chg="mod">
          <ac:chgData name="Sunandhitha S G" userId="22fb04d357ec0973" providerId="LiveId" clId="{ADE60C1C-89BE-4951-90ED-6B23B09C179A}" dt="2026-02-24T03:25:14.431" v="248"/>
          <ac:spMkLst>
            <pc:docMk/>
            <pc:sldMk cId="3157354599" sldId="264"/>
            <ac:spMk id="3" creationId="{3970F279-4376-735B-590E-EB375B531B93}"/>
          </ac:spMkLst>
        </pc:spChg>
        <pc:spChg chg="mod">
          <ac:chgData name="Sunandhitha S G" userId="22fb04d357ec0973" providerId="LiveId" clId="{ADE60C1C-89BE-4951-90ED-6B23B09C179A}" dt="2026-02-23T20:18:25.675" v="11" actId="20577"/>
          <ac:spMkLst>
            <pc:docMk/>
            <pc:sldMk cId="3157354599" sldId="264"/>
            <ac:spMk id="4" creationId="{FF649CCB-9B98-064B-EDD1-232885DCDB04}"/>
          </ac:spMkLst>
        </pc:spChg>
      </pc:sldChg>
      <pc:sldChg chg="modSp mod">
        <pc:chgData name="Sunandhitha S G" userId="22fb04d357ec0973" providerId="LiveId" clId="{ADE60C1C-89BE-4951-90ED-6B23B09C179A}" dt="2026-02-23T20:19:55.823" v="23" actId="20577"/>
        <pc:sldMkLst>
          <pc:docMk/>
          <pc:sldMk cId="2544623116" sldId="265"/>
        </pc:sldMkLst>
        <pc:spChg chg="mod">
          <ac:chgData name="Sunandhitha S G" userId="22fb04d357ec0973" providerId="LiveId" clId="{ADE60C1C-89BE-4951-90ED-6B23B09C179A}" dt="2026-02-23T20:19:55.823" v="23" actId="20577"/>
          <ac:spMkLst>
            <pc:docMk/>
            <pc:sldMk cId="2544623116" sldId="265"/>
            <ac:spMk id="3" creationId="{CFE0CFA5-A13B-8C22-114F-BEC2990C2F5E}"/>
          </ac:spMkLst>
        </pc:spChg>
      </pc:sldChg>
      <pc:sldChg chg="delSp modSp mod">
        <pc:chgData name="Sunandhitha S G" userId="22fb04d357ec0973" providerId="LiveId" clId="{ADE60C1C-89BE-4951-90ED-6B23B09C179A}" dt="2026-02-23T20:20:30.425" v="27" actId="14100"/>
        <pc:sldMkLst>
          <pc:docMk/>
          <pc:sldMk cId="3299141219" sldId="266"/>
        </pc:sldMkLst>
        <pc:spChg chg="del">
          <ac:chgData name="Sunandhitha S G" userId="22fb04d357ec0973" providerId="LiveId" clId="{ADE60C1C-89BE-4951-90ED-6B23B09C179A}" dt="2026-02-23T20:20:11.023" v="24" actId="478"/>
          <ac:spMkLst>
            <pc:docMk/>
            <pc:sldMk cId="3299141219" sldId="266"/>
            <ac:spMk id="2" creationId="{CFB4DA64-671A-7F14-0E4D-D229AEAC1D93}"/>
          </ac:spMkLst>
        </pc:spChg>
        <pc:spChg chg="mod">
          <ac:chgData name="Sunandhitha S G" userId="22fb04d357ec0973" providerId="LiveId" clId="{ADE60C1C-89BE-4951-90ED-6B23B09C179A}" dt="2026-02-23T20:20:30.425" v="27" actId="14100"/>
          <ac:spMkLst>
            <pc:docMk/>
            <pc:sldMk cId="3299141219" sldId="266"/>
            <ac:spMk id="3" creationId="{155902F1-DA59-EAA3-1A17-CAE4E1CA2F4E}"/>
          </ac:spMkLst>
        </pc:spChg>
      </pc:sldChg>
      <pc:sldChg chg="modSp mod">
        <pc:chgData name="Sunandhitha S G" userId="22fb04d357ec0973" providerId="LiveId" clId="{ADE60C1C-89BE-4951-90ED-6B23B09C179A}" dt="2026-02-23T20:41:36.971" v="239" actId="113"/>
        <pc:sldMkLst>
          <pc:docMk/>
          <pc:sldMk cId="237738955" sldId="267"/>
        </pc:sldMkLst>
        <pc:spChg chg="mod">
          <ac:chgData name="Sunandhitha S G" userId="22fb04d357ec0973" providerId="LiveId" clId="{ADE60C1C-89BE-4951-90ED-6B23B09C179A}" dt="2026-02-23T20:41:36.971" v="239" actId="113"/>
          <ac:spMkLst>
            <pc:docMk/>
            <pc:sldMk cId="237738955" sldId="267"/>
            <ac:spMk id="2" creationId="{8C2E5B97-414D-EA48-F538-177BBF58725A}"/>
          </ac:spMkLst>
        </pc:spChg>
      </pc:sldChg>
      <pc:sldChg chg="modSp mod">
        <pc:chgData name="Sunandhitha S G" userId="22fb04d357ec0973" providerId="LiveId" clId="{ADE60C1C-89BE-4951-90ED-6B23B09C179A}" dt="2026-02-23T20:40:22.802" v="235" actId="113"/>
        <pc:sldMkLst>
          <pc:docMk/>
          <pc:sldMk cId="1789259799" sldId="268"/>
        </pc:sldMkLst>
        <pc:spChg chg="mod">
          <ac:chgData name="Sunandhitha S G" userId="22fb04d357ec0973" providerId="LiveId" clId="{ADE60C1C-89BE-4951-90ED-6B23B09C179A}" dt="2026-02-23T20:40:22.802" v="235" actId="113"/>
          <ac:spMkLst>
            <pc:docMk/>
            <pc:sldMk cId="1789259799" sldId="268"/>
            <ac:spMk id="2" creationId="{16EABCDE-8284-619C-75D9-80850736B0D7}"/>
          </ac:spMkLst>
        </pc:spChg>
      </pc:sldChg>
      <pc:sldChg chg="addSp delSp modSp mod">
        <pc:chgData name="Sunandhitha S G" userId="22fb04d357ec0973" providerId="LiveId" clId="{ADE60C1C-89BE-4951-90ED-6B23B09C179A}" dt="2026-02-23T20:40:33.118" v="236" actId="113"/>
        <pc:sldMkLst>
          <pc:docMk/>
          <pc:sldMk cId="2331413190" sldId="269"/>
        </pc:sldMkLst>
        <pc:spChg chg="mod">
          <ac:chgData name="Sunandhitha S G" userId="22fb04d357ec0973" providerId="LiveId" clId="{ADE60C1C-89BE-4951-90ED-6B23B09C179A}" dt="2026-02-23T20:40:33.118" v="236" actId="113"/>
          <ac:spMkLst>
            <pc:docMk/>
            <pc:sldMk cId="2331413190" sldId="269"/>
            <ac:spMk id="2" creationId="{E11A902D-1753-ABC2-A2F8-53BD1DF182E2}"/>
          </ac:spMkLst>
        </pc:spChg>
        <pc:spChg chg="mod">
          <ac:chgData name="Sunandhitha S G" userId="22fb04d357ec0973" providerId="LiveId" clId="{ADE60C1C-89BE-4951-90ED-6B23B09C179A}" dt="2026-02-23T20:21:59.440" v="43" actId="12"/>
          <ac:spMkLst>
            <pc:docMk/>
            <pc:sldMk cId="2331413190" sldId="269"/>
            <ac:spMk id="3" creationId="{B3C777FF-821C-8F49-B180-A28E915BCDA3}"/>
          </ac:spMkLst>
        </pc:spChg>
        <pc:spChg chg="add mod">
          <ac:chgData name="Sunandhitha S G" userId="22fb04d357ec0973" providerId="LiveId" clId="{ADE60C1C-89BE-4951-90ED-6B23B09C179A}" dt="2026-02-23T20:22:12.180" v="45" actId="12"/>
          <ac:spMkLst>
            <pc:docMk/>
            <pc:sldMk cId="2331413190" sldId="269"/>
            <ac:spMk id="5" creationId="{099855F2-FB81-0EB2-9FA8-FE367ADB5220}"/>
          </ac:spMkLst>
        </pc:spChg>
        <pc:picChg chg="del">
          <ac:chgData name="Sunandhitha S G" userId="22fb04d357ec0973" providerId="LiveId" clId="{ADE60C1C-89BE-4951-90ED-6B23B09C179A}" dt="2026-02-23T20:21:14.716" v="31" actId="21"/>
          <ac:picMkLst>
            <pc:docMk/>
            <pc:sldMk cId="2331413190" sldId="269"/>
            <ac:picMk id="6" creationId="{CEFE760E-5200-997F-34EC-9C4AA02F2968}"/>
          </ac:picMkLst>
        </pc:picChg>
      </pc:sldChg>
      <pc:sldChg chg="del">
        <pc:chgData name="Sunandhitha S G" userId="22fb04d357ec0973" providerId="LiveId" clId="{ADE60C1C-89BE-4951-90ED-6B23B09C179A}" dt="2026-02-23T20:25:12.202" v="91" actId="2696"/>
        <pc:sldMkLst>
          <pc:docMk/>
          <pc:sldMk cId="3137462337" sldId="270"/>
        </pc:sldMkLst>
      </pc:sldChg>
      <pc:sldChg chg="addSp delSp modSp new mod">
        <pc:chgData name="Sunandhitha S G" userId="22fb04d357ec0973" providerId="LiveId" clId="{ADE60C1C-89BE-4951-90ED-6B23B09C179A}" dt="2026-02-23T20:40:43.914" v="237" actId="113"/>
        <pc:sldMkLst>
          <pc:docMk/>
          <pc:sldMk cId="1433789604" sldId="271"/>
        </pc:sldMkLst>
        <pc:spChg chg="mod">
          <ac:chgData name="Sunandhitha S G" userId="22fb04d357ec0973" providerId="LiveId" clId="{ADE60C1C-89BE-4951-90ED-6B23B09C179A}" dt="2026-02-23T20:40:43.914" v="237" actId="113"/>
          <ac:spMkLst>
            <pc:docMk/>
            <pc:sldMk cId="1433789604" sldId="271"/>
            <ac:spMk id="2" creationId="{B1614353-C68A-8FC7-3E79-F5211765DEE1}"/>
          </ac:spMkLst>
        </pc:spChg>
        <pc:spChg chg="del">
          <ac:chgData name="Sunandhitha S G" userId="22fb04d357ec0973" providerId="LiveId" clId="{ADE60C1C-89BE-4951-90ED-6B23B09C179A}" dt="2026-02-23T20:22:48.883" v="47" actId="931"/>
          <ac:spMkLst>
            <pc:docMk/>
            <pc:sldMk cId="1433789604" sldId="271"/>
            <ac:spMk id="3" creationId="{938A5E80-273D-DDD6-EA8D-B0596B588A01}"/>
          </ac:spMkLst>
        </pc:spChg>
        <pc:picChg chg="add mod ord">
          <ac:chgData name="Sunandhitha S G" userId="22fb04d357ec0973" providerId="LiveId" clId="{ADE60C1C-89BE-4951-90ED-6B23B09C179A}" dt="2026-02-23T20:26:38.067" v="132" actId="14100"/>
          <ac:picMkLst>
            <pc:docMk/>
            <pc:sldMk cId="1433789604" sldId="271"/>
            <ac:picMk id="5" creationId="{49D8A432-83B2-3F38-8544-8C60DFD1DEE1}"/>
          </ac:picMkLst>
        </pc:picChg>
      </pc:sldChg>
      <pc:sldChg chg="modSp new">
        <pc:chgData name="Sunandhitha S G" userId="22fb04d357ec0973" providerId="LiveId" clId="{ADE60C1C-89BE-4951-90ED-6B23B09C179A}" dt="2026-02-23T20:24:09.767" v="82"/>
        <pc:sldMkLst>
          <pc:docMk/>
          <pc:sldMk cId="783057986" sldId="272"/>
        </pc:sldMkLst>
        <pc:spChg chg="mod">
          <ac:chgData name="Sunandhitha S G" userId="22fb04d357ec0973" providerId="LiveId" clId="{ADE60C1C-89BE-4951-90ED-6B23B09C179A}" dt="2026-02-23T20:23:37.111" v="81"/>
          <ac:spMkLst>
            <pc:docMk/>
            <pc:sldMk cId="783057986" sldId="272"/>
            <ac:spMk id="2" creationId="{CF893F72-744A-4A37-56BA-A8916754B006}"/>
          </ac:spMkLst>
        </pc:spChg>
        <pc:spChg chg="mod">
          <ac:chgData name="Sunandhitha S G" userId="22fb04d357ec0973" providerId="LiveId" clId="{ADE60C1C-89BE-4951-90ED-6B23B09C179A}" dt="2026-02-23T20:24:09.767" v="82"/>
          <ac:spMkLst>
            <pc:docMk/>
            <pc:sldMk cId="783057986" sldId="272"/>
            <ac:spMk id="3" creationId="{22C7ECA0-9367-6D9D-9932-E9A0EAF5B024}"/>
          </ac:spMkLst>
        </pc:spChg>
      </pc:sldChg>
      <pc:sldChg chg="delSp modSp new mod">
        <pc:chgData name="Sunandhitha S G" userId="22fb04d357ec0973" providerId="LiveId" clId="{ADE60C1C-89BE-4951-90ED-6B23B09C179A}" dt="2026-02-23T20:24:38.723" v="88" actId="27636"/>
        <pc:sldMkLst>
          <pc:docMk/>
          <pc:sldMk cId="225078167" sldId="273"/>
        </pc:sldMkLst>
        <pc:spChg chg="del">
          <ac:chgData name="Sunandhitha S G" userId="22fb04d357ec0973" providerId="LiveId" clId="{ADE60C1C-89BE-4951-90ED-6B23B09C179A}" dt="2026-02-23T20:24:25.336" v="84" actId="478"/>
          <ac:spMkLst>
            <pc:docMk/>
            <pc:sldMk cId="225078167" sldId="273"/>
            <ac:spMk id="2" creationId="{7490B052-B9D5-5402-6CF0-D4D5B11AD8F6}"/>
          </ac:spMkLst>
        </pc:spChg>
        <pc:spChg chg="mod">
          <ac:chgData name="Sunandhitha S G" userId="22fb04d357ec0973" providerId="LiveId" clId="{ADE60C1C-89BE-4951-90ED-6B23B09C179A}" dt="2026-02-23T20:24:38.723" v="88" actId="27636"/>
          <ac:spMkLst>
            <pc:docMk/>
            <pc:sldMk cId="225078167" sldId="273"/>
            <ac:spMk id="3" creationId="{887CB799-1C0E-04BA-0308-D6BFE52BA4F3}"/>
          </ac:spMkLst>
        </pc:spChg>
      </pc:sldChg>
      <pc:sldChg chg="addSp modSp new del mod">
        <pc:chgData name="Sunandhitha S G" userId="22fb04d357ec0973" providerId="LiveId" clId="{ADE60C1C-89BE-4951-90ED-6B23B09C179A}" dt="2026-02-23T20:26:18.293" v="129" actId="2696"/>
        <pc:sldMkLst>
          <pc:docMk/>
          <pc:sldMk cId="2061288467" sldId="274"/>
        </pc:sldMkLst>
        <pc:picChg chg="add mod">
          <ac:chgData name="Sunandhitha S G" userId="22fb04d357ec0973" providerId="LiveId" clId="{ADE60C1C-89BE-4951-90ED-6B23B09C179A}" dt="2026-02-23T20:25:01.708" v="90" actId="931"/>
          <ac:picMkLst>
            <pc:docMk/>
            <pc:sldMk cId="2061288467" sldId="274"/>
            <ac:picMk id="3" creationId="{62A8825F-4839-0C0A-821A-BE06AFF9243B}"/>
          </ac:picMkLst>
        </pc:picChg>
      </pc:sldChg>
      <pc:sldChg chg="addSp delSp modSp new mod">
        <pc:chgData name="Sunandhitha S G" userId="22fb04d357ec0973" providerId="LiveId" clId="{ADE60C1C-89BE-4951-90ED-6B23B09C179A}" dt="2026-02-23T20:40:51.101" v="238" actId="113"/>
        <pc:sldMkLst>
          <pc:docMk/>
          <pc:sldMk cId="2146480523" sldId="275"/>
        </pc:sldMkLst>
        <pc:spChg chg="mod">
          <ac:chgData name="Sunandhitha S G" userId="22fb04d357ec0973" providerId="LiveId" clId="{ADE60C1C-89BE-4951-90ED-6B23B09C179A}" dt="2026-02-23T20:40:51.101" v="238" actId="113"/>
          <ac:spMkLst>
            <pc:docMk/>
            <pc:sldMk cId="2146480523" sldId="275"/>
            <ac:spMk id="2" creationId="{AA0024B9-38D8-2F85-A958-D0BC24FA5D34}"/>
          </ac:spMkLst>
        </pc:spChg>
        <pc:spChg chg="del">
          <ac:chgData name="Sunandhitha S G" userId="22fb04d357ec0973" providerId="LiveId" clId="{ADE60C1C-89BE-4951-90ED-6B23B09C179A}" dt="2026-02-23T20:25:57.715" v="124" actId="931"/>
          <ac:spMkLst>
            <pc:docMk/>
            <pc:sldMk cId="2146480523" sldId="275"/>
            <ac:spMk id="3" creationId="{08E2C62B-BF6D-800F-F0E2-5BDCEC3836F2}"/>
          </ac:spMkLst>
        </pc:spChg>
        <pc:picChg chg="add mod ord">
          <ac:chgData name="Sunandhitha S G" userId="22fb04d357ec0973" providerId="LiveId" clId="{ADE60C1C-89BE-4951-90ED-6B23B09C179A}" dt="2026-02-23T20:26:11.340" v="128" actId="14100"/>
          <ac:picMkLst>
            <pc:docMk/>
            <pc:sldMk cId="2146480523" sldId="275"/>
            <ac:picMk id="5" creationId="{F4C0E071-1409-9F08-D5FD-FFB3E17D2384}"/>
          </ac:picMkLst>
        </pc:picChg>
      </pc:sldChg>
      <pc:sldChg chg="delSp modSp new del mod ord">
        <pc:chgData name="Sunandhitha S G" userId="22fb04d357ec0973" providerId="LiveId" clId="{ADE60C1C-89BE-4951-90ED-6B23B09C179A}" dt="2026-02-23T20:34:33.556" v="200" actId="2696"/>
        <pc:sldMkLst>
          <pc:docMk/>
          <pc:sldMk cId="1219864436" sldId="276"/>
        </pc:sldMkLst>
        <pc:spChg chg="mod">
          <ac:chgData name="Sunandhitha S G" userId="22fb04d357ec0973" providerId="LiveId" clId="{ADE60C1C-89BE-4951-90ED-6B23B09C179A}" dt="2026-02-23T20:30:58.319" v="174"/>
          <ac:spMkLst>
            <pc:docMk/>
            <pc:sldMk cId="1219864436" sldId="276"/>
            <ac:spMk id="2" creationId="{428BA3C3-0D80-0E5D-598B-7D3C5BFA5ACE}"/>
          </ac:spMkLst>
        </pc:spChg>
        <pc:spChg chg="del">
          <ac:chgData name="Sunandhitha S G" userId="22fb04d357ec0973" providerId="LiveId" clId="{ADE60C1C-89BE-4951-90ED-6B23B09C179A}" dt="2026-02-23T20:31:41.916" v="176" actId="478"/>
          <ac:spMkLst>
            <pc:docMk/>
            <pc:sldMk cId="1219864436" sldId="276"/>
            <ac:spMk id="3" creationId="{BACE37AF-6691-EB1B-7C74-BC6C48EDC619}"/>
          </ac:spMkLst>
        </pc:spChg>
        <pc:spChg chg="mod">
          <ac:chgData name="Sunandhitha S G" userId="22fb04d357ec0973" providerId="LiveId" clId="{ADE60C1C-89BE-4951-90ED-6B23B09C179A}" dt="2026-02-23T20:31:45.494" v="177" actId="14100"/>
          <ac:spMkLst>
            <pc:docMk/>
            <pc:sldMk cId="1219864436" sldId="276"/>
            <ac:spMk id="4" creationId="{83F744F4-330D-023C-134D-0ECB6A6BBDC5}"/>
          </ac:spMkLst>
        </pc:spChg>
      </pc:sldChg>
      <pc:sldChg chg="delSp modSp new mod">
        <pc:chgData name="Sunandhitha S G" userId="22fb04d357ec0973" providerId="LiveId" clId="{ADE60C1C-89BE-4951-90ED-6B23B09C179A}" dt="2026-02-23T20:34:44.603" v="201" actId="14100"/>
        <pc:sldMkLst>
          <pc:docMk/>
          <pc:sldMk cId="3236413318" sldId="277"/>
        </pc:sldMkLst>
        <pc:spChg chg="del">
          <ac:chgData name="Sunandhitha S G" userId="22fb04d357ec0973" providerId="LiveId" clId="{ADE60C1C-89BE-4951-90ED-6B23B09C179A}" dt="2026-02-23T20:34:26.536" v="197" actId="478"/>
          <ac:spMkLst>
            <pc:docMk/>
            <pc:sldMk cId="3236413318" sldId="277"/>
            <ac:spMk id="2" creationId="{CC281D38-4987-6040-E7AC-8F839672CCD4}"/>
          </ac:spMkLst>
        </pc:spChg>
        <pc:spChg chg="mod">
          <ac:chgData name="Sunandhitha S G" userId="22fb04d357ec0973" providerId="LiveId" clId="{ADE60C1C-89BE-4951-90ED-6B23B09C179A}" dt="2026-02-23T20:34:44.603" v="201" actId="14100"/>
          <ac:spMkLst>
            <pc:docMk/>
            <pc:sldMk cId="3236413318" sldId="277"/>
            <ac:spMk id="3" creationId="{04E43FF7-2463-5AFE-19C8-2E92E45F84AE}"/>
          </ac:spMkLst>
        </pc:spChg>
      </pc:sldChg>
      <pc:sldChg chg="modSp new mod ord">
        <pc:chgData name="Sunandhitha S G" userId="22fb04d357ec0973" providerId="LiveId" clId="{ADE60C1C-89BE-4951-90ED-6B23B09C179A}" dt="2026-02-23T20:35:06.498" v="206" actId="113"/>
        <pc:sldMkLst>
          <pc:docMk/>
          <pc:sldMk cId="799906806" sldId="278"/>
        </pc:sldMkLst>
        <pc:spChg chg="mod">
          <ac:chgData name="Sunandhitha S G" userId="22fb04d357ec0973" providerId="LiveId" clId="{ADE60C1C-89BE-4951-90ED-6B23B09C179A}" dt="2026-02-23T20:33:19.420" v="184"/>
          <ac:spMkLst>
            <pc:docMk/>
            <pc:sldMk cId="799906806" sldId="278"/>
            <ac:spMk id="2" creationId="{71E2B86A-697D-99EA-56C7-D3C7BF58FA94}"/>
          </ac:spMkLst>
        </pc:spChg>
        <pc:spChg chg="mod">
          <ac:chgData name="Sunandhitha S G" userId="22fb04d357ec0973" providerId="LiveId" clId="{ADE60C1C-89BE-4951-90ED-6B23B09C179A}" dt="2026-02-23T20:35:06.498" v="206" actId="113"/>
          <ac:spMkLst>
            <pc:docMk/>
            <pc:sldMk cId="799906806" sldId="278"/>
            <ac:spMk id="3" creationId="{9E762FA4-DBB7-AED6-9AC3-60F691D04934}"/>
          </ac:spMkLst>
        </pc:spChg>
      </pc:sldChg>
      <pc:sldChg chg="modSp new del mod">
        <pc:chgData name="Sunandhitha S G" userId="22fb04d357ec0973" providerId="LiveId" clId="{ADE60C1C-89BE-4951-90ED-6B23B09C179A}" dt="2026-02-23T20:39:11.581" v="231" actId="2696"/>
        <pc:sldMkLst>
          <pc:docMk/>
          <pc:sldMk cId="3183550647" sldId="279"/>
        </pc:sldMkLst>
        <pc:spChg chg="mod">
          <ac:chgData name="Sunandhitha S G" userId="22fb04d357ec0973" providerId="LiveId" clId="{ADE60C1C-89BE-4951-90ED-6B23B09C179A}" dt="2026-02-23T20:36:25.132" v="227" actId="113"/>
          <ac:spMkLst>
            <pc:docMk/>
            <pc:sldMk cId="3183550647" sldId="279"/>
            <ac:spMk id="2" creationId="{129ED651-2734-846D-6CE6-4B012AD387DF}"/>
          </ac:spMkLst>
        </pc:spChg>
        <pc:spChg chg="mod">
          <ac:chgData name="Sunandhitha S G" userId="22fb04d357ec0973" providerId="LiveId" clId="{ADE60C1C-89BE-4951-90ED-6B23B09C179A}" dt="2026-02-23T20:39:07.249" v="230" actId="20577"/>
          <ac:spMkLst>
            <pc:docMk/>
            <pc:sldMk cId="3183550647" sldId="279"/>
            <ac:spMk id="3" creationId="{D2C6A304-5DDA-9E1C-CDBE-826DCF2FBD24}"/>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86847D-1CF6-46BA-B46B-48BED0604A28}"/>
              </a:ext>
            </a:extLst>
          </p:cNvPr>
          <p:cNvSpPr>
            <a:spLocks noGrp="1"/>
          </p:cNvSpPr>
          <p:nvPr>
            <p:ph type="ctrTitle"/>
          </p:nvPr>
        </p:nvSpPr>
        <p:spPr>
          <a:xfrm>
            <a:off x="1524000" y="1122363"/>
            <a:ext cx="9144000" cy="2387600"/>
          </a:xfrm>
        </p:spPr>
        <p:txBody>
          <a:bodyPr anchor="b"/>
          <a:lstStyle>
            <a:lvl1pPr algn="ctr">
              <a:defRPr sz="6000" b="1" cap="all" spc="1500" baseline="0">
                <a:latin typeface="+mj-lt"/>
                <a:ea typeface="Source Sans Pro SemiBold" panose="020B0603030403020204" pitchFamily="34" charset="0"/>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FB4F5A5-C931-4A4C-B6B1-EF4C95965BFF}"/>
              </a:ext>
            </a:extLst>
          </p:cNvPr>
          <p:cNvSpPr>
            <a:spLocks noGrp="1"/>
          </p:cNvSpPr>
          <p:nvPr>
            <p:ph type="subTitle" idx="1"/>
          </p:nvPr>
        </p:nvSpPr>
        <p:spPr>
          <a:xfrm>
            <a:off x="1524000" y="3602038"/>
            <a:ext cx="9144000" cy="1655762"/>
          </a:xfrm>
        </p:spPr>
        <p:txBody>
          <a:bodyPr/>
          <a:lstStyle>
            <a:lvl1pPr marL="0" indent="0" algn="ctr">
              <a:buNone/>
              <a:defRPr sz="2400" cap="all" spc="4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grpSp>
        <p:nvGrpSpPr>
          <p:cNvPr id="7" name="Graphic 185">
            <a:extLst>
              <a:ext uri="{FF2B5EF4-FFF2-40B4-BE49-F238E27FC236}">
                <a16:creationId xmlns:a16="http://schemas.microsoft.com/office/drawing/2014/main" id="{8A351602-3772-4279-B0D3-A523F6F6EAB3}"/>
              </a:ext>
            </a:extLst>
          </p:cNvPr>
          <p:cNvGrpSpPr/>
          <p:nvPr/>
        </p:nvGrpSpPr>
        <p:grpSpPr>
          <a:xfrm>
            <a:off x="10999563" y="5987064"/>
            <a:ext cx="1054467" cy="469689"/>
            <a:chOff x="9841624" y="4115729"/>
            <a:chExt cx="602170" cy="268223"/>
          </a:xfrm>
          <a:solidFill>
            <a:schemeClr val="tx1"/>
          </a:solidFill>
        </p:grpSpPr>
        <p:sp>
          <p:nvSpPr>
            <p:cNvPr id="8" name="Freeform: Shape 7">
              <a:extLst>
                <a:ext uri="{FF2B5EF4-FFF2-40B4-BE49-F238E27FC236}">
                  <a16:creationId xmlns:a16="http://schemas.microsoft.com/office/drawing/2014/main" id="{A5AAAA75-5FFB-4C07-AD4A-3146773E6CDD}"/>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1479895E-3847-44BB-8404-28F14219FB70}"/>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50E02F68-8149-4236-8D9F-6B550F78B932}"/>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956FCAAB-F073-4561-A484-42C7DD10DC26}"/>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6CF8DB94-87A3-43E9-9BBB-301CFF0FB05B}"/>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4" name="Date Placeholder 3">
            <a:extLst>
              <a:ext uri="{FF2B5EF4-FFF2-40B4-BE49-F238E27FC236}">
                <a16:creationId xmlns:a16="http://schemas.microsoft.com/office/drawing/2014/main" id="{35DE4AEC-B6E4-439C-B716-EBE3D4D1DC76}"/>
              </a:ext>
            </a:extLst>
          </p:cNvPr>
          <p:cNvSpPr>
            <a:spLocks noGrp="1"/>
          </p:cNvSpPr>
          <p:nvPr>
            <p:ph type="dt" sz="half" idx="10"/>
          </p:nvPr>
        </p:nvSpPr>
        <p:spPr/>
        <p:txBody>
          <a:bodyPr/>
          <a:lstStyle/>
          <a:p>
            <a:fld id="{D6D0F569-AC90-44EB-9EF4-4E5C2F5D823C}" type="datetime1">
              <a:rPr lang="en-US" smtClean="0"/>
              <a:t>2/24/2026</a:t>
            </a:fld>
            <a:endParaRPr lang="en-US" dirty="0"/>
          </a:p>
        </p:txBody>
      </p:sp>
      <p:sp>
        <p:nvSpPr>
          <p:cNvPr id="5" name="Footer Placeholder 4">
            <a:extLst>
              <a:ext uri="{FF2B5EF4-FFF2-40B4-BE49-F238E27FC236}">
                <a16:creationId xmlns:a16="http://schemas.microsoft.com/office/drawing/2014/main" id="{F478BC18-102E-45BF-8FEA-801E9C59D143}"/>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FAA8BF5F-B1F8-461F-9B3D-7D50D02423E7}"/>
              </a:ext>
            </a:extLst>
          </p:cNvPr>
          <p:cNvSpPr>
            <a:spLocks noGrp="1"/>
          </p:cNvSpPr>
          <p:nvPr>
            <p:ph type="sldNum" sz="quarter" idx="12"/>
          </p:nvPr>
        </p:nvSpPr>
        <p:spPr/>
        <p:txBody>
          <a:bodyPr/>
          <a:lstStyle/>
          <a:p>
            <a:fld id="{F3450C42-9A0B-4425-92C2-70FCF7C45734}" type="slidenum">
              <a:rPr lang="en-US" smtClean="0"/>
              <a:t>‹#›</a:t>
            </a:fld>
            <a:endParaRPr lang="en-US" dirty="0"/>
          </a:p>
        </p:txBody>
      </p:sp>
      <p:sp>
        <p:nvSpPr>
          <p:cNvPr id="14" name="Oval 13">
            <a:extLst>
              <a:ext uri="{FF2B5EF4-FFF2-40B4-BE49-F238E27FC236}">
                <a16:creationId xmlns:a16="http://schemas.microsoft.com/office/drawing/2014/main" id="{7D6BF779-0B8C-4CC2-9268-9506AD0C5331}"/>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5454149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F88500-1605-41EA-A15F-9B79DF7E4050}"/>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C9B14AC8-25A5-4D7F-BF23-CB20AA2ECF5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8" name="Graphic 185">
            <a:extLst>
              <a:ext uri="{FF2B5EF4-FFF2-40B4-BE49-F238E27FC236}">
                <a16:creationId xmlns:a16="http://schemas.microsoft.com/office/drawing/2014/main" id="{8997F1B7-1EE7-4EA5-A5A4-866F9A810C9F}"/>
              </a:ext>
              <a:ext uri="{C183D7F6-B498-43B3-948B-1728B52AA6E4}">
                <adec:decorative xmlns:adec="http://schemas.microsoft.com/office/drawing/2017/decorative" val="1"/>
              </a:ext>
            </a:extLst>
          </p:cNvPr>
          <p:cNvGrpSpPr/>
          <p:nvPr/>
        </p:nvGrpSpPr>
        <p:grpSpPr>
          <a:xfrm>
            <a:off x="10999563" y="5987064"/>
            <a:ext cx="1054467" cy="469689"/>
            <a:chOff x="9841624" y="4115729"/>
            <a:chExt cx="602170" cy="268223"/>
          </a:xfrm>
          <a:solidFill>
            <a:schemeClr val="tx1"/>
          </a:solidFill>
        </p:grpSpPr>
        <p:sp>
          <p:nvSpPr>
            <p:cNvPr id="9" name="Freeform: Shape 8">
              <a:extLst>
                <a:ext uri="{FF2B5EF4-FFF2-40B4-BE49-F238E27FC236}">
                  <a16:creationId xmlns:a16="http://schemas.microsoft.com/office/drawing/2014/main" id="{B5E13483-2FB6-4753-8402-06FDC3498E06}"/>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88F0DF22-F640-4002-B783-DF1C6A9473F6}"/>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9C2787B8-7984-4332-B611-D3D3DE898FE0}"/>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5AF3646C-B3D7-4F57-8FD2-CD93CEB39214}"/>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C65FA7DA-93A0-43A4-834C-0F1BB9806A8C}"/>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4" name="Date Placeholder 3">
            <a:extLst>
              <a:ext uri="{FF2B5EF4-FFF2-40B4-BE49-F238E27FC236}">
                <a16:creationId xmlns:a16="http://schemas.microsoft.com/office/drawing/2014/main" id="{21995D22-0146-4DE2-9E78-4C00333D499A}"/>
              </a:ext>
            </a:extLst>
          </p:cNvPr>
          <p:cNvSpPr>
            <a:spLocks noGrp="1"/>
          </p:cNvSpPr>
          <p:nvPr>
            <p:ph type="dt" sz="half" idx="10"/>
          </p:nvPr>
        </p:nvSpPr>
        <p:spPr/>
        <p:txBody>
          <a:bodyPr/>
          <a:lstStyle/>
          <a:p>
            <a:fld id="{8C2D79EF-17C8-45D8-9866-DAF5723FC604}" type="datetime1">
              <a:rPr lang="en-US" smtClean="0"/>
              <a:t>2/24/2026</a:t>
            </a:fld>
            <a:endParaRPr lang="en-US" dirty="0"/>
          </a:p>
        </p:txBody>
      </p:sp>
      <p:sp>
        <p:nvSpPr>
          <p:cNvPr id="5" name="Footer Placeholder 4">
            <a:extLst>
              <a:ext uri="{FF2B5EF4-FFF2-40B4-BE49-F238E27FC236}">
                <a16:creationId xmlns:a16="http://schemas.microsoft.com/office/drawing/2014/main" id="{6459717A-A1FE-485D-AFFF-2C7026C710AA}"/>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076DB88B-64CF-4100-8F07-D191DD7939F9}"/>
              </a:ext>
            </a:extLst>
          </p:cNvPr>
          <p:cNvSpPr>
            <a:spLocks noGrp="1"/>
          </p:cNvSpPr>
          <p:nvPr>
            <p:ph type="sldNum" sz="quarter" idx="12"/>
          </p:nvPr>
        </p:nvSpPr>
        <p:spPr/>
        <p:txBody>
          <a:bodyPr/>
          <a:lstStyle/>
          <a:p>
            <a:fld id="{F3450C42-9A0B-4425-92C2-70FCF7C45734}" type="slidenum">
              <a:rPr lang="en-US" smtClean="0"/>
              <a:t>‹#›</a:t>
            </a:fld>
            <a:endParaRPr lang="en-US" dirty="0"/>
          </a:p>
        </p:txBody>
      </p:sp>
      <p:sp>
        <p:nvSpPr>
          <p:cNvPr id="14" name="Oval 13">
            <a:extLst>
              <a:ext uri="{FF2B5EF4-FFF2-40B4-BE49-F238E27FC236}">
                <a16:creationId xmlns:a16="http://schemas.microsoft.com/office/drawing/2014/main" id="{104332FF-8349-42A5-B5C8-5EE3825CE252}"/>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33682862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BFE6C-EBF1-47DE-8468-E7125172B73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4104992-D139-48DC-BCCE-D71EA23CA2E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grpSp>
        <p:nvGrpSpPr>
          <p:cNvPr id="7" name="Graphic 185">
            <a:extLst>
              <a:ext uri="{FF2B5EF4-FFF2-40B4-BE49-F238E27FC236}">
                <a16:creationId xmlns:a16="http://schemas.microsoft.com/office/drawing/2014/main" id="{A8C5E768-0E62-4DE7-A0AF-93121DA8439E}"/>
              </a:ext>
            </a:extLst>
          </p:cNvPr>
          <p:cNvGrpSpPr/>
          <p:nvPr/>
        </p:nvGrpSpPr>
        <p:grpSpPr>
          <a:xfrm>
            <a:off x="10999563" y="5987064"/>
            <a:ext cx="1054467" cy="469689"/>
            <a:chOff x="9841624" y="4115729"/>
            <a:chExt cx="602170" cy="268223"/>
          </a:xfrm>
          <a:solidFill>
            <a:schemeClr val="tx1"/>
          </a:solidFill>
        </p:grpSpPr>
        <p:sp>
          <p:nvSpPr>
            <p:cNvPr id="8" name="Freeform: Shape 7">
              <a:extLst>
                <a:ext uri="{FF2B5EF4-FFF2-40B4-BE49-F238E27FC236}">
                  <a16:creationId xmlns:a16="http://schemas.microsoft.com/office/drawing/2014/main" id="{6402845F-9E8A-41E1-B051-1AAA46C997A2}"/>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AA45C410-5FD0-4339-A3BC-A865DE4190AF}"/>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C7B0B703-8BA8-483C-A433-C44C809687DE}"/>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ECCFA03D-B879-419B-88B9-F4F3645C8AF5}"/>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B6B0260A-6B2D-4F54-8614-60BC3103E166}"/>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4" name="Date Placeholder 3">
            <a:extLst>
              <a:ext uri="{FF2B5EF4-FFF2-40B4-BE49-F238E27FC236}">
                <a16:creationId xmlns:a16="http://schemas.microsoft.com/office/drawing/2014/main" id="{751AB8F6-0796-47E9-B1D4-760B7CCFC75D}"/>
              </a:ext>
            </a:extLst>
          </p:cNvPr>
          <p:cNvSpPr>
            <a:spLocks noGrp="1"/>
          </p:cNvSpPr>
          <p:nvPr>
            <p:ph type="dt" sz="half" idx="10"/>
          </p:nvPr>
        </p:nvSpPr>
        <p:spPr/>
        <p:txBody>
          <a:bodyPr/>
          <a:lstStyle/>
          <a:p>
            <a:fld id="{DFFC2ADC-3680-4013-A757-E4663495DB98}" type="datetime1">
              <a:rPr lang="en-US" smtClean="0"/>
              <a:t>2/24/2026</a:t>
            </a:fld>
            <a:endParaRPr lang="en-US" dirty="0"/>
          </a:p>
        </p:txBody>
      </p:sp>
      <p:sp>
        <p:nvSpPr>
          <p:cNvPr id="5" name="Footer Placeholder 4">
            <a:extLst>
              <a:ext uri="{FF2B5EF4-FFF2-40B4-BE49-F238E27FC236}">
                <a16:creationId xmlns:a16="http://schemas.microsoft.com/office/drawing/2014/main" id="{37886FC0-7327-44D9-B689-0AE73FD25596}"/>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1219D265-BFBA-4C93-9B1A-B9483AE6BF32}"/>
              </a:ext>
            </a:extLst>
          </p:cNvPr>
          <p:cNvSpPr>
            <a:spLocks noGrp="1"/>
          </p:cNvSpPr>
          <p:nvPr>
            <p:ph type="sldNum" sz="quarter" idx="12"/>
          </p:nvPr>
        </p:nvSpPr>
        <p:spPr/>
        <p:txBody>
          <a:bodyPr/>
          <a:lstStyle/>
          <a:p>
            <a:fld id="{F3450C42-9A0B-4425-92C2-70FCF7C45734}" type="slidenum">
              <a:rPr lang="en-US" smtClean="0"/>
              <a:t>‹#›</a:t>
            </a:fld>
            <a:endParaRPr lang="en-US" dirty="0"/>
          </a:p>
        </p:txBody>
      </p:sp>
      <p:sp>
        <p:nvSpPr>
          <p:cNvPr id="14" name="Oval 13">
            <a:extLst>
              <a:ext uri="{FF2B5EF4-FFF2-40B4-BE49-F238E27FC236}">
                <a16:creationId xmlns:a16="http://schemas.microsoft.com/office/drawing/2014/main" id="{464F5FEB-DE92-47DA-8C46-DC088E8960A4}"/>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30039771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637BE-B22F-40EE-94F0-04549BC56238}"/>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AA71582-4BAF-4211-AD4A-476ED6EB115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099DCF6B-C800-4345-BAE9-EE9FA65903F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8" name="Graphic 185">
            <a:extLst>
              <a:ext uri="{FF2B5EF4-FFF2-40B4-BE49-F238E27FC236}">
                <a16:creationId xmlns:a16="http://schemas.microsoft.com/office/drawing/2014/main" id="{E6190A1E-5381-43C4-B058-7758339984D6}"/>
              </a:ext>
            </a:extLst>
          </p:cNvPr>
          <p:cNvGrpSpPr/>
          <p:nvPr/>
        </p:nvGrpSpPr>
        <p:grpSpPr>
          <a:xfrm>
            <a:off x="10999563" y="5987064"/>
            <a:ext cx="1054467" cy="469689"/>
            <a:chOff x="9841624" y="4115729"/>
            <a:chExt cx="602170" cy="268223"/>
          </a:xfrm>
          <a:solidFill>
            <a:schemeClr val="tx1"/>
          </a:solidFill>
        </p:grpSpPr>
        <p:sp>
          <p:nvSpPr>
            <p:cNvPr id="9" name="Freeform: Shape 8">
              <a:extLst>
                <a:ext uri="{FF2B5EF4-FFF2-40B4-BE49-F238E27FC236}">
                  <a16:creationId xmlns:a16="http://schemas.microsoft.com/office/drawing/2014/main" id="{F7E35469-0BEA-4E5E-955F-1AA300A62DE5}"/>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58F650BE-565E-4A52-8143-7A87700FC5F5}"/>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286A3F89-AA2A-44E5-915E-C47A069EB685}"/>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5C57F514-AB27-4489-8D3C-01DD1025DDAD}"/>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0141169F-1C39-4D04-AF32-D0D14D004B05}"/>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5" name="Date Placeholder 4">
            <a:extLst>
              <a:ext uri="{FF2B5EF4-FFF2-40B4-BE49-F238E27FC236}">
                <a16:creationId xmlns:a16="http://schemas.microsoft.com/office/drawing/2014/main" id="{93087465-759F-4895-8FC6-DD464FB918CA}"/>
              </a:ext>
            </a:extLst>
          </p:cNvPr>
          <p:cNvSpPr>
            <a:spLocks noGrp="1"/>
          </p:cNvSpPr>
          <p:nvPr>
            <p:ph type="dt" sz="half" idx="10"/>
          </p:nvPr>
        </p:nvSpPr>
        <p:spPr/>
        <p:txBody>
          <a:bodyPr/>
          <a:lstStyle/>
          <a:p>
            <a:fld id="{4751BA94-5DCA-4F19-960F-0FB2BD5EE85A}" type="datetime1">
              <a:rPr lang="en-US" smtClean="0"/>
              <a:t>2/24/2026</a:t>
            </a:fld>
            <a:endParaRPr lang="en-US" dirty="0"/>
          </a:p>
        </p:txBody>
      </p:sp>
      <p:sp>
        <p:nvSpPr>
          <p:cNvPr id="6" name="Footer Placeholder 5">
            <a:extLst>
              <a:ext uri="{FF2B5EF4-FFF2-40B4-BE49-F238E27FC236}">
                <a16:creationId xmlns:a16="http://schemas.microsoft.com/office/drawing/2014/main" id="{92F1AA18-D8A5-44D9-881C-522258ED54D7}"/>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1C1BA574-A76A-4F4C-8CBD-768278B66E72}"/>
              </a:ext>
            </a:extLst>
          </p:cNvPr>
          <p:cNvSpPr>
            <a:spLocks noGrp="1"/>
          </p:cNvSpPr>
          <p:nvPr>
            <p:ph type="sldNum" sz="quarter" idx="12"/>
          </p:nvPr>
        </p:nvSpPr>
        <p:spPr/>
        <p:txBody>
          <a:bodyPr/>
          <a:lstStyle/>
          <a:p>
            <a:fld id="{F3450C42-9A0B-4425-92C2-70FCF7C45734}" type="slidenum">
              <a:rPr lang="en-US" smtClean="0"/>
              <a:t>‹#›</a:t>
            </a:fld>
            <a:endParaRPr lang="en-US" dirty="0"/>
          </a:p>
        </p:txBody>
      </p:sp>
      <p:sp>
        <p:nvSpPr>
          <p:cNvPr id="15" name="Oval 14">
            <a:extLst>
              <a:ext uri="{FF2B5EF4-FFF2-40B4-BE49-F238E27FC236}">
                <a16:creationId xmlns:a16="http://schemas.microsoft.com/office/drawing/2014/main" id="{2793E083-ADC4-4391-83DD-781529A66110}"/>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10489324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1B666-D6BE-4FA8-9CF1-F15FD58B0CBF}"/>
              </a:ext>
            </a:extLst>
          </p:cNvPr>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BCE4B4A-DE64-4563-83CD-C40B1D681D9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1DA0314-0202-4E6D-8352-C28376A9C08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7B56083-87B4-4603-B6FF-A9EB68E3E69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33708CF-F028-4917-A9CB-59BF5248A20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10" name="Graphic 185">
            <a:extLst>
              <a:ext uri="{FF2B5EF4-FFF2-40B4-BE49-F238E27FC236}">
                <a16:creationId xmlns:a16="http://schemas.microsoft.com/office/drawing/2014/main" id="{81B934BF-E239-47E1-93E9-EA3182162D21}"/>
              </a:ext>
            </a:extLst>
          </p:cNvPr>
          <p:cNvGrpSpPr/>
          <p:nvPr/>
        </p:nvGrpSpPr>
        <p:grpSpPr>
          <a:xfrm>
            <a:off x="10999563" y="5987064"/>
            <a:ext cx="1054467" cy="469689"/>
            <a:chOff x="9841624" y="4115729"/>
            <a:chExt cx="602170" cy="268223"/>
          </a:xfrm>
          <a:solidFill>
            <a:schemeClr val="tx1"/>
          </a:solidFill>
        </p:grpSpPr>
        <p:sp>
          <p:nvSpPr>
            <p:cNvPr id="11" name="Freeform: Shape 10">
              <a:extLst>
                <a:ext uri="{FF2B5EF4-FFF2-40B4-BE49-F238E27FC236}">
                  <a16:creationId xmlns:a16="http://schemas.microsoft.com/office/drawing/2014/main" id="{C3BBF177-5044-426A-93ED-64BDC84BF184}"/>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74270648-77F5-4D28-B691-DA57AA28FD73}"/>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6086B770-2F70-4B7B-9525-286BBD63AD72}"/>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57DDC14D-7AE3-41CD-ADFC-A3601D4F9DF3}"/>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42181834-8401-4B66-85EE-1CBF57807DAB}"/>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7" name="Date Placeholder 6">
            <a:extLst>
              <a:ext uri="{FF2B5EF4-FFF2-40B4-BE49-F238E27FC236}">
                <a16:creationId xmlns:a16="http://schemas.microsoft.com/office/drawing/2014/main" id="{A433C091-3B62-4087-9A97-63BBE28CFF17}"/>
              </a:ext>
            </a:extLst>
          </p:cNvPr>
          <p:cNvSpPr>
            <a:spLocks noGrp="1"/>
          </p:cNvSpPr>
          <p:nvPr>
            <p:ph type="dt" sz="half" idx="10"/>
          </p:nvPr>
        </p:nvSpPr>
        <p:spPr/>
        <p:txBody>
          <a:bodyPr/>
          <a:lstStyle/>
          <a:p>
            <a:fld id="{01BED947-38D9-44AC-8B89-E79758333B77}" type="datetime1">
              <a:rPr lang="en-US" smtClean="0"/>
              <a:t>2/24/2026</a:t>
            </a:fld>
            <a:endParaRPr lang="en-US" dirty="0"/>
          </a:p>
        </p:txBody>
      </p:sp>
      <p:sp>
        <p:nvSpPr>
          <p:cNvPr id="8" name="Footer Placeholder 7">
            <a:extLst>
              <a:ext uri="{FF2B5EF4-FFF2-40B4-BE49-F238E27FC236}">
                <a16:creationId xmlns:a16="http://schemas.microsoft.com/office/drawing/2014/main" id="{870710C3-2723-4847-BCAF-96D9FAE50555}"/>
              </a:ext>
            </a:extLst>
          </p:cNvPr>
          <p:cNvSpPr>
            <a:spLocks noGrp="1"/>
          </p:cNvSpPr>
          <p:nvPr>
            <p:ph type="ftr" sz="quarter" idx="11"/>
          </p:nvPr>
        </p:nvSpPr>
        <p:spPr/>
        <p:txBody>
          <a:bodyPr/>
          <a:lstStyle/>
          <a:p>
            <a:r>
              <a:rPr lang="en-US" dirty="0"/>
              <a:t>Sample Footer Text</a:t>
            </a:r>
          </a:p>
        </p:txBody>
      </p:sp>
      <p:sp>
        <p:nvSpPr>
          <p:cNvPr id="9" name="Slide Number Placeholder 8">
            <a:extLst>
              <a:ext uri="{FF2B5EF4-FFF2-40B4-BE49-F238E27FC236}">
                <a16:creationId xmlns:a16="http://schemas.microsoft.com/office/drawing/2014/main" id="{96618B2C-95AC-4438-97FD-07ACF297B8FE}"/>
              </a:ext>
            </a:extLst>
          </p:cNvPr>
          <p:cNvSpPr>
            <a:spLocks noGrp="1"/>
          </p:cNvSpPr>
          <p:nvPr>
            <p:ph type="sldNum" sz="quarter" idx="12"/>
          </p:nvPr>
        </p:nvSpPr>
        <p:spPr/>
        <p:txBody>
          <a:bodyPr/>
          <a:lstStyle/>
          <a:p>
            <a:fld id="{F3450C42-9A0B-4425-92C2-70FCF7C45734}" type="slidenum">
              <a:rPr lang="en-US" smtClean="0"/>
              <a:t>‹#›</a:t>
            </a:fld>
            <a:endParaRPr lang="en-US" dirty="0"/>
          </a:p>
        </p:txBody>
      </p:sp>
      <p:sp>
        <p:nvSpPr>
          <p:cNvPr id="17" name="Oval 16">
            <a:extLst>
              <a:ext uri="{FF2B5EF4-FFF2-40B4-BE49-F238E27FC236}">
                <a16:creationId xmlns:a16="http://schemas.microsoft.com/office/drawing/2014/main" id="{D6B0F5A7-6E8A-4BCD-8F1F-233ECD21B262}"/>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40376936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29CF7F-748D-4598-983E-96A2BE26930A}"/>
              </a:ext>
            </a:extLst>
          </p:cNvPr>
          <p:cNvSpPr>
            <a:spLocks noGrp="1"/>
          </p:cNvSpPr>
          <p:nvPr>
            <p:ph type="title"/>
          </p:nvPr>
        </p:nvSpPr>
        <p:spPr/>
        <p:txBody>
          <a:bodyPr/>
          <a:lstStyle/>
          <a:p>
            <a:r>
              <a:rPr lang="en-US"/>
              <a:t>Click to edit Master title style</a:t>
            </a:r>
            <a:endParaRPr lang="en-US" dirty="0"/>
          </a:p>
        </p:txBody>
      </p:sp>
      <p:grpSp>
        <p:nvGrpSpPr>
          <p:cNvPr id="6" name="Graphic 185">
            <a:extLst>
              <a:ext uri="{FF2B5EF4-FFF2-40B4-BE49-F238E27FC236}">
                <a16:creationId xmlns:a16="http://schemas.microsoft.com/office/drawing/2014/main" id="{DFD4D3BE-80D4-4E69-9C76-F0D8517DF690}"/>
              </a:ext>
            </a:extLst>
          </p:cNvPr>
          <p:cNvGrpSpPr/>
          <p:nvPr/>
        </p:nvGrpSpPr>
        <p:grpSpPr>
          <a:xfrm>
            <a:off x="10999563" y="5987064"/>
            <a:ext cx="1054467" cy="469689"/>
            <a:chOff x="9841624" y="4115729"/>
            <a:chExt cx="602170" cy="268223"/>
          </a:xfrm>
          <a:solidFill>
            <a:schemeClr val="tx1"/>
          </a:solidFill>
        </p:grpSpPr>
        <p:sp>
          <p:nvSpPr>
            <p:cNvPr id="7" name="Freeform: Shape 6">
              <a:extLst>
                <a:ext uri="{FF2B5EF4-FFF2-40B4-BE49-F238E27FC236}">
                  <a16:creationId xmlns:a16="http://schemas.microsoft.com/office/drawing/2014/main" id="{A0B6E97F-00E1-4372-8978-8BCBDC9026E6}"/>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CC7651B7-7A30-4AFA-A4D7-0B0C5D2DDAAF}"/>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FD2FC5CA-556B-4409-B084-34753A1F04E6}"/>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3E63FB41-EE1F-4889-9096-3A38936330D5}"/>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0DD19F3B-7B3E-4861-8FDA-D0116C96C16E}"/>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3" name="Date Placeholder 2">
            <a:extLst>
              <a:ext uri="{FF2B5EF4-FFF2-40B4-BE49-F238E27FC236}">
                <a16:creationId xmlns:a16="http://schemas.microsoft.com/office/drawing/2014/main" id="{410A2C46-C908-4010-AAE2-9FA41B145C4D}"/>
              </a:ext>
            </a:extLst>
          </p:cNvPr>
          <p:cNvSpPr>
            <a:spLocks noGrp="1"/>
          </p:cNvSpPr>
          <p:nvPr>
            <p:ph type="dt" sz="half" idx="10"/>
          </p:nvPr>
        </p:nvSpPr>
        <p:spPr/>
        <p:txBody>
          <a:bodyPr/>
          <a:lstStyle/>
          <a:p>
            <a:fld id="{3781E23F-BD3C-4F23-B116-2B758120C8AC}" type="datetime1">
              <a:rPr lang="en-US" smtClean="0"/>
              <a:t>2/24/2026</a:t>
            </a:fld>
            <a:endParaRPr lang="en-US" dirty="0"/>
          </a:p>
        </p:txBody>
      </p:sp>
      <p:sp>
        <p:nvSpPr>
          <p:cNvPr id="4" name="Footer Placeholder 3">
            <a:extLst>
              <a:ext uri="{FF2B5EF4-FFF2-40B4-BE49-F238E27FC236}">
                <a16:creationId xmlns:a16="http://schemas.microsoft.com/office/drawing/2014/main" id="{C7CF5279-7D37-4D98-9A70-987C84F62C2B}"/>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2896FAD0-59EF-49AA-BBC6-A0EC184DD2C9}"/>
              </a:ext>
            </a:extLst>
          </p:cNvPr>
          <p:cNvSpPr>
            <a:spLocks noGrp="1"/>
          </p:cNvSpPr>
          <p:nvPr>
            <p:ph type="sldNum" sz="quarter" idx="12"/>
          </p:nvPr>
        </p:nvSpPr>
        <p:spPr/>
        <p:txBody>
          <a:bodyPr/>
          <a:lstStyle/>
          <a:p>
            <a:fld id="{F3450C42-9A0B-4425-92C2-70FCF7C45734}" type="slidenum">
              <a:rPr lang="en-US" smtClean="0"/>
              <a:t>‹#›</a:t>
            </a:fld>
            <a:endParaRPr lang="en-US" dirty="0"/>
          </a:p>
        </p:txBody>
      </p:sp>
      <p:sp>
        <p:nvSpPr>
          <p:cNvPr id="13" name="Oval 12">
            <a:extLst>
              <a:ext uri="{FF2B5EF4-FFF2-40B4-BE49-F238E27FC236}">
                <a16:creationId xmlns:a16="http://schemas.microsoft.com/office/drawing/2014/main" id="{876EB399-18D2-46D5-8757-35FCFF8EA80D}"/>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14802296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grpSp>
        <p:nvGrpSpPr>
          <p:cNvPr id="5" name="Graphic 185">
            <a:extLst>
              <a:ext uri="{FF2B5EF4-FFF2-40B4-BE49-F238E27FC236}">
                <a16:creationId xmlns:a16="http://schemas.microsoft.com/office/drawing/2014/main" id="{773CCE17-EE0F-40E0-B7AE-CF7677B64709}"/>
              </a:ext>
            </a:extLst>
          </p:cNvPr>
          <p:cNvGrpSpPr/>
          <p:nvPr/>
        </p:nvGrpSpPr>
        <p:grpSpPr>
          <a:xfrm>
            <a:off x="10999563" y="5987064"/>
            <a:ext cx="1054467" cy="469689"/>
            <a:chOff x="9841624" y="4115729"/>
            <a:chExt cx="602170" cy="268223"/>
          </a:xfrm>
          <a:solidFill>
            <a:schemeClr val="tx1"/>
          </a:solidFill>
        </p:grpSpPr>
        <p:sp>
          <p:nvSpPr>
            <p:cNvPr id="6" name="Freeform: Shape 5">
              <a:extLst>
                <a:ext uri="{FF2B5EF4-FFF2-40B4-BE49-F238E27FC236}">
                  <a16:creationId xmlns:a16="http://schemas.microsoft.com/office/drawing/2014/main" id="{B0AC6C4E-6EA5-454A-AB84-8B94D8B585EC}"/>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B4329338-925B-4677-BA6E-4357D37DB545}"/>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334C0A08-043F-4818-BA1D-BCC9F811A873}"/>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DCB185DD-ED0D-4633-8098-95C4A6F177CC}"/>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2AD50526-B611-40B6-BB45-AE82F0EF5992}"/>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2" name="Date Placeholder 1">
            <a:extLst>
              <a:ext uri="{FF2B5EF4-FFF2-40B4-BE49-F238E27FC236}">
                <a16:creationId xmlns:a16="http://schemas.microsoft.com/office/drawing/2014/main" id="{0708C302-4224-4668-8CAC-3267172A0C93}"/>
              </a:ext>
            </a:extLst>
          </p:cNvPr>
          <p:cNvSpPr>
            <a:spLocks noGrp="1"/>
          </p:cNvSpPr>
          <p:nvPr>
            <p:ph type="dt" sz="half" idx="10"/>
          </p:nvPr>
        </p:nvSpPr>
        <p:spPr/>
        <p:txBody>
          <a:bodyPr/>
          <a:lstStyle/>
          <a:p>
            <a:fld id="{473CFAA9-6D59-4D98-869E-ACBDB83B2CA4}" type="datetime1">
              <a:rPr lang="en-US" smtClean="0"/>
              <a:t>2/24/2026</a:t>
            </a:fld>
            <a:endParaRPr lang="en-US"/>
          </a:p>
        </p:txBody>
      </p:sp>
      <p:sp>
        <p:nvSpPr>
          <p:cNvPr id="3" name="Footer Placeholder 2">
            <a:extLst>
              <a:ext uri="{FF2B5EF4-FFF2-40B4-BE49-F238E27FC236}">
                <a16:creationId xmlns:a16="http://schemas.microsoft.com/office/drawing/2014/main" id="{F0C8FC22-AEB6-4BAF-BF93-41A2C757CCC7}"/>
              </a:ext>
            </a:extLst>
          </p:cNvPr>
          <p:cNvSpPr>
            <a:spLocks noGrp="1"/>
          </p:cNvSpPr>
          <p:nvPr>
            <p:ph type="ftr" sz="quarter" idx="11"/>
          </p:nvPr>
        </p:nvSpPr>
        <p:spPr/>
        <p:txBody>
          <a:bodyPr/>
          <a:lstStyle/>
          <a:p>
            <a:r>
              <a:rPr lang="en-US" dirty="0"/>
              <a:t>Sample Footer Text</a:t>
            </a:r>
          </a:p>
        </p:txBody>
      </p:sp>
      <p:sp>
        <p:nvSpPr>
          <p:cNvPr id="4" name="Slide Number Placeholder 3">
            <a:extLst>
              <a:ext uri="{FF2B5EF4-FFF2-40B4-BE49-F238E27FC236}">
                <a16:creationId xmlns:a16="http://schemas.microsoft.com/office/drawing/2014/main" id="{252CA88A-5462-4F17-AFA0-52721ADDBB8F}"/>
              </a:ext>
            </a:extLst>
          </p:cNvPr>
          <p:cNvSpPr>
            <a:spLocks noGrp="1"/>
          </p:cNvSpPr>
          <p:nvPr>
            <p:ph type="sldNum" sz="quarter" idx="12"/>
          </p:nvPr>
        </p:nvSpPr>
        <p:spPr/>
        <p:txBody>
          <a:bodyPr/>
          <a:lstStyle/>
          <a:p>
            <a:fld id="{F3450C42-9A0B-4425-92C2-70FCF7C45734}" type="slidenum">
              <a:rPr lang="en-US" smtClean="0"/>
              <a:t>‹#›</a:t>
            </a:fld>
            <a:endParaRPr lang="en-US" dirty="0"/>
          </a:p>
        </p:txBody>
      </p:sp>
      <p:sp>
        <p:nvSpPr>
          <p:cNvPr id="12" name="Oval 11">
            <a:extLst>
              <a:ext uri="{FF2B5EF4-FFF2-40B4-BE49-F238E27FC236}">
                <a16:creationId xmlns:a16="http://schemas.microsoft.com/office/drawing/2014/main" id="{70CCC791-94D7-4BB8-9EDF-423CEA1F6215}"/>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27036449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AC37-C5B5-462A-BE4A-E55CEBF2A34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A4B007F-32A8-4688-BBEF-4FCB99DF5EA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1DF2E2EB-BF8A-44A4-8AE0-BD6C31B1D9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grpSp>
        <p:nvGrpSpPr>
          <p:cNvPr id="8" name="Graphic 185">
            <a:extLst>
              <a:ext uri="{FF2B5EF4-FFF2-40B4-BE49-F238E27FC236}">
                <a16:creationId xmlns:a16="http://schemas.microsoft.com/office/drawing/2014/main" id="{FC9E188F-54C8-4547-9F8C-525712AD7DB6}"/>
              </a:ext>
            </a:extLst>
          </p:cNvPr>
          <p:cNvGrpSpPr/>
          <p:nvPr/>
        </p:nvGrpSpPr>
        <p:grpSpPr>
          <a:xfrm>
            <a:off x="10999563" y="5987064"/>
            <a:ext cx="1054467" cy="469689"/>
            <a:chOff x="9841624" y="4115729"/>
            <a:chExt cx="602170" cy="268223"/>
          </a:xfrm>
          <a:solidFill>
            <a:schemeClr val="tx1"/>
          </a:solidFill>
        </p:grpSpPr>
        <p:sp>
          <p:nvSpPr>
            <p:cNvPr id="9" name="Freeform: Shape 8">
              <a:extLst>
                <a:ext uri="{FF2B5EF4-FFF2-40B4-BE49-F238E27FC236}">
                  <a16:creationId xmlns:a16="http://schemas.microsoft.com/office/drawing/2014/main" id="{B99C4538-3939-47A9-A590-09FF21960653}"/>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7541CA75-5D05-4996-A26D-CE0C909CD5F7}"/>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86305856-26BC-4BCC-BEF3-5E9CED941775}"/>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BC69651C-AC37-4CD2-8367-19297D7E2389}"/>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C3E9031B-BA8D-4D9D-9BB3-A16F7A80F854}"/>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5" name="Date Placeholder 4">
            <a:extLst>
              <a:ext uri="{FF2B5EF4-FFF2-40B4-BE49-F238E27FC236}">
                <a16:creationId xmlns:a16="http://schemas.microsoft.com/office/drawing/2014/main" id="{269840A2-CF60-4C47-B955-E65BC451FE73}"/>
              </a:ext>
            </a:extLst>
          </p:cNvPr>
          <p:cNvSpPr>
            <a:spLocks noGrp="1"/>
          </p:cNvSpPr>
          <p:nvPr>
            <p:ph type="dt" sz="half" idx="10"/>
          </p:nvPr>
        </p:nvSpPr>
        <p:spPr/>
        <p:txBody>
          <a:bodyPr/>
          <a:lstStyle/>
          <a:p>
            <a:fld id="{DC410804-27E3-430A-BB42-B831260DE39A}" type="datetime1">
              <a:rPr lang="en-US" smtClean="0"/>
              <a:t>2/24/2026</a:t>
            </a:fld>
            <a:endParaRPr lang="en-US" dirty="0"/>
          </a:p>
        </p:txBody>
      </p:sp>
      <p:sp>
        <p:nvSpPr>
          <p:cNvPr id="6" name="Footer Placeholder 5">
            <a:extLst>
              <a:ext uri="{FF2B5EF4-FFF2-40B4-BE49-F238E27FC236}">
                <a16:creationId xmlns:a16="http://schemas.microsoft.com/office/drawing/2014/main" id="{3179DC6E-CC55-47AB-A405-5FB7EE2D191D}"/>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6D5D5E7D-EBA7-4DB0-8C78-7EB8A85FA4FF}"/>
              </a:ext>
            </a:extLst>
          </p:cNvPr>
          <p:cNvSpPr>
            <a:spLocks noGrp="1"/>
          </p:cNvSpPr>
          <p:nvPr>
            <p:ph type="sldNum" sz="quarter" idx="12"/>
          </p:nvPr>
        </p:nvSpPr>
        <p:spPr/>
        <p:txBody>
          <a:bodyPr/>
          <a:lstStyle/>
          <a:p>
            <a:fld id="{F3450C42-9A0B-4425-92C2-70FCF7C45734}" type="slidenum">
              <a:rPr lang="en-US" smtClean="0"/>
              <a:t>‹#›</a:t>
            </a:fld>
            <a:endParaRPr lang="en-US" dirty="0"/>
          </a:p>
        </p:txBody>
      </p:sp>
      <p:sp>
        <p:nvSpPr>
          <p:cNvPr id="15" name="Oval 14">
            <a:extLst>
              <a:ext uri="{FF2B5EF4-FFF2-40B4-BE49-F238E27FC236}">
                <a16:creationId xmlns:a16="http://schemas.microsoft.com/office/drawing/2014/main" id="{C5B051DE-636E-4B3C-9886-2055CE23E49A}"/>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32856448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1D355-3146-41D1-B7DC-20B8ACE390A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FAD4AAFB-E8F8-4FD1-8C6A-ED2C3FAD503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2E051AF1-B16F-43B9-95CC-C17B570DEC8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grpSp>
        <p:nvGrpSpPr>
          <p:cNvPr id="8" name="Graphic 185">
            <a:extLst>
              <a:ext uri="{FF2B5EF4-FFF2-40B4-BE49-F238E27FC236}">
                <a16:creationId xmlns:a16="http://schemas.microsoft.com/office/drawing/2014/main" id="{C8B77273-9FF7-4B93-8385-AD09A5F86AE5}"/>
              </a:ext>
            </a:extLst>
          </p:cNvPr>
          <p:cNvGrpSpPr/>
          <p:nvPr/>
        </p:nvGrpSpPr>
        <p:grpSpPr>
          <a:xfrm>
            <a:off x="10999563" y="5987064"/>
            <a:ext cx="1054467" cy="469689"/>
            <a:chOff x="9841624" y="4115729"/>
            <a:chExt cx="602170" cy="268223"/>
          </a:xfrm>
          <a:solidFill>
            <a:schemeClr val="tx1"/>
          </a:solidFill>
        </p:grpSpPr>
        <p:sp>
          <p:nvSpPr>
            <p:cNvPr id="9" name="Freeform: Shape 8">
              <a:extLst>
                <a:ext uri="{FF2B5EF4-FFF2-40B4-BE49-F238E27FC236}">
                  <a16:creationId xmlns:a16="http://schemas.microsoft.com/office/drawing/2014/main" id="{3117A673-3729-4EAD-9E8C-52BEBF74B857}"/>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EE8DB752-94CD-4A94-BDE3-DD285EB89F3F}"/>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32F8DDFC-E5CA-4F36-B2BE-BCE49D4F6C95}"/>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0BB589AE-2F9C-4C83-8DC7-1205CB037525}"/>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7AC9A2DE-3C9E-4CD0-8C7A-CC5F9F9942E4}"/>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5" name="Date Placeholder 4">
            <a:extLst>
              <a:ext uri="{FF2B5EF4-FFF2-40B4-BE49-F238E27FC236}">
                <a16:creationId xmlns:a16="http://schemas.microsoft.com/office/drawing/2014/main" id="{D68C8714-2467-4715-934E-6787C84F7929}"/>
              </a:ext>
            </a:extLst>
          </p:cNvPr>
          <p:cNvSpPr>
            <a:spLocks noGrp="1"/>
          </p:cNvSpPr>
          <p:nvPr>
            <p:ph type="dt" sz="half" idx="10"/>
          </p:nvPr>
        </p:nvSpPr>
        <p:spPr/>
        <p:txBody>
          <a:bodyPr/>
          <a:lstStyle/>
          <a:p>
            <a:fld id="{60E22DE3-3D1A-4D53-B9A6-6C7463B8C992}" type="datetime1">
              <a:rPr lang="en-US" smtClean="0"/>
              <a:t>2/24/2026</a:t>
            </a:fld>
            <a:endParaRPr lang="en-US" dirty="0"/>
          </a:p>
        </p:txBody>
      </p:sp>
      <p:sp>
        <p:nvSpPr>
          <p:cNvPr id="6" name="Footer Placeholder 5">
            <a:extLst>
              <a:ext uri="{FF2B5EF4-FFF2-40B4-BE49-F238E27FC236}">
                <a16:creationId xmlns:a16="http://schemas.microsoft.com/office/drawing/2014/main" id="{A46F13D6-03EC-4D31-8BB1-9FFDE3633C21}"/>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7C65D4DD-A2A4-4DF6-9527-E5F12FEB936C}"/>
              </a:ext>
            </a:extLst>
          </p:cNvPr>
          <p:cNvSpPr>
            <a:spLocks noGrp="1"/>
          </p:cNvSpPr>
          <p:nvPr>
            <p:ph type="sldNum" sz="quarter" idx="12"/>
          </p:nvPr>
        </p:nvSpPr>
        <p:spPr/>
        <p:txBody>
          <a:bodyPr/>
          <a:lstStyle/>
          <a:p>
            <a:fld id="{F3450C42-9A0B-4425-92C2-70FCF7C45734}" type="slidenum">
              <a:rPr lang="en-US" smtClean="0"/>
              <a:t>‹#›</a:t>
            </a:fld>
            <a:endParaRPr lang="en-US" dirty="0"/>
          </a:p>
        </p:txBody>
      </p:sp>
      <p:sp>
        <p:nvSpPr>
          <p:cNvPr id="15" name="Oval 14">
            <a:extLst>
              <a:ext uri="{FF2B5EF4-FFF2-40B4-BE49-F238E27FC236}">
                <a16:creationId xmlns:a16="http://schemas.microsoft.com/office/drawing/2014/main" id="{FD202F3A-9FDE-4E11-B865-FBAEC415F880}"/>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10075282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3A871-D377-4EC0-9ACF-86842F01E1D0}"/>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3D53202-92A9-45A3-B812-777DB9578B4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7" name="Graphic 185">
            <a:extLst>
              <a:ext uri="{FF2B5EF4-FFF2-40B4-BE49-F238E27FC236}">
                <a16:creationId xmlns:a16="http://schemas.microsoft.com/office/drawing/2014/main" id="{7196FB0C-3A9D-4892-90C9-21F3459AAD9E}"/>
              </a:ext>
            </a:extLst>
          </p:cNvPr>
          <p:cNvGrpSpPr/>
          <p:nvPr/>
        </p:nvGrpSpPr>
        <p:grpSpPr>
          <a:xfrm>
            <a:off x="10999563" y="5987064"/>
            <a:ext cx="1054467" cy="469689"/>
            <a:chOff x="9841624" y="4115729"/>
            <a:chExt cx="602170" cy="268223"/>
          </a:xfrm>
          <a:solidFill>
            <a:schemeClr val="tx1"/>
          </a:solidFill>
        </p:grpSpPr>
        <p:sp>
          <p:nvSpPr>
            <p:cNvPr id="8" name="Freeform: Shape 7">
              <a:extLst>
                <a:ext uri="{FF2B5EF4-FFF2-40B4-BE49-F238E27FC236}">
                  <a16:creationId xmlns:a16="http://schemas.microsoft.com/office/drawing/2014/main" id="{16938C96-CF0F-4B69-A695-913F11BFC6F0}"/>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3CA7E6BB-6B60-4BF5-9D3E-A3FE782EF5B0}"/>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3F693EDA-57B3-4AEB-863B-B198C2A5A8E3}"/>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B3A04A96-045F-4B6E-AEEE-11A2FA01B4FC}"/>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7FB357DC-5AD3-44F4-879B-5AD6B18AC36F}"/>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4" name="Date Placeholder 3">
            <a:extLst>
              <a:ext uri="{FF2B5EF4-FFF2-40B4-BE49-F238E27FC236}">
                <a16:creationId xmlns:a16="http://schemas.microsoft.com/office/drawing/2014/main" id="{FA2CA47F-83AD-4BE3-AC2F-6C17883F78C7}"/>
              </a:ext>
            </a:extLst>
          </p:cNvPr>
          <p:cNvSpPr>
            <a:spLocks noGrp="1"/>
          </p:cNvSpPr>
          <p:nvPr>
            <p:ph type="dt" sz="half" idx="10"/>
          </p:nvPr>
        </p:nvSpPr>
        <p:spPr/>
        <p:txBody>
          <a:bodyPr/>
          <a:lstStyle/>
          <a:p>
            <a:fld id="{46BA7D41-E8B7-4A0B-B861-3EC4AE88917D}" type="datetime1">
              <a:rPr lang="en-US" smtClean="0"/>
              <a:t>2/24/2026</a:t>
            </a:fld>
            <a:endParaRPr lang="en-US" dirty="0"/>
          </a:p>
        </p:txBody>
      </p:sp>
      <p:sp>
        <p:nvSpPr>
          <p:cNvPr id="5" name="Footer Placeholder 4">
            <a:extLst>
              <a:ext uri="{FF2B5EF4-FFF2-40B4-BE49-F238E27FC236}">
                <a16:creationId xmlns:a16="http://schemas.microsoft.com/office/drawing/2014/main" id="{21118A72-3200-4597-A9C5-0D9ECFF3E8CD}"/>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0D70055A-71D4-49B4-8A8F-19AFDB84E958}"/>
              </a:ext>
            </a:extLst>
          </p:cNvPr>
          <p:cNvSpPr>
            <a:spLocks noGrp="1"/>
          </p:cNvSpPr>
          <p:nvPr>
            <p:ph type="sldNum" sz="quarter" idx="12"/>
          </p:nvPr>
        </p:nvSpPr>
        <p:spPr/>
        <p:txBody>
          <a:bodyPr/>
          <a:lstStyle/>
          <a:p>
            <a:fld id="{F3450C42-9A0B-4425-92C2-70FCF7C45734}" type="slidenum">
              <a:rPr lang="en-US" smtClean="0"/>
              <a:t>‹#›</a:t>
            </a:fld>
            <a:endParaRPr lang="en-US" dirty="0"/>
          </a:p>
        </p:txBody>
      </p:sp>
      <p:sp>
        <p:nvSpPr>
          <p:cNvPr id="15" name="Oval 14">
            <a:extLst>
              <a:ext uri="{FF2B5EF4-FFF2-40B4-BE49-F238E27FC236}">
                <a16:creationId xmlns:a16="http://schemas.microsoft.com/office/drawing/2014/main" id="{0B0E5D27-C447-432F-982D-B60FDD6F34AD}"/>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396139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8C59DBB-9256-464D-8A6A-8BDA71541D6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6A25E310-E6CB-4838-8E9B-B288DA55277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7" name="Graphic 185">
            <a:extLst>
              <a:ext uri="{FF2B5EF4-FFF2-40B4-BE49-F238E27FC236}">
                <a16:creationId xmlns:a16="http://schemas.microsoft.com/office/drawing/2014/main" id="{BCF412A8-E798-47AD-ABD9-98D76A55D30B}"/>
              </a:ext>
            </a:extLst>
          </p:cNvPr>
          <p:cNvGrpSpPr/>
          <p:nvPr/>
        </p:nvGrpSpPr>
        <p:grpSpPr>
          <a:xfrm>
            <a:off x="10999563" y="5987064"/>
            <a:ext cx="1054467" cy="469689"/>
            <a:chOff x="9841624" y="4115729"/>
            <a:chExt cx="602170" cy="268223"/>
          </a:xfrm>
          <a:solidFill>
            <a:schemeClr val="tx1"/>
          </a:solidFill>
        </p:grpSpPr>
        <p:sp>
          <p:nvSpPr>
            <p:cNvPr id="8" name="Freeform: Shape 7">
              <a:extLst>
                <a:ext uri="{FF2B5EF4-FFF2-40B4-BE49-F238E27FC236}">
                  <a16:creationId xmlns:a16="http://schemas.microsoft.com/office/drawing/2014/main" id="{E70160C5-475D-401A-AEE2-2C04E99A1518}"/>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07CC7CE9-9C7F-49C2-8609-47BF523390F5}"/>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726FD5F1-978C-45AF-9086-D5DBE1F01681}"/>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3873AB1C-723A-4FB4-9B23-65BAF5074833}"/>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61DE5510-5094-4FA4-96E5-AD4841D1C38A}"/>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4" name="Date Placeholder 3">
            <a:extLst>
              <a:ext uri="{FF2B5EF4-FFF2-40B4-BE49-F238E27FC236}">
                <a16:creationId xmlns:a16="http://schemas.microsoft.com/office/drawing/2014/main" id="{F7CE2202-679F-48B0-B2DD-F6F54711224B}"/>
              </a:ext>
            </a:extLst>
          </p:cNvPr>
          <p:cNvSpPr>
            <a:spLocks noGrp="1"/>
          </p:cNvSpPr>
          <p:nvPr>
            <p:ph type="dt" sz="half" idx="10"/>
          </p:nvPr>
        </p:nvSpPr>
        <p:spPr/>
        <p:txBody>
          <a:bodyPr/>
          <a:lstStyle/>
          <a:p>
            <a:fld id="{A7C34823-0B19-4B4E-A643-7A3B0A3D24D6}" type="datetime1">
              <a:rPr lang="en-US" smtClean="0"/>
              <a:t>2/24/2026</a:t>
            </a:fld>
            <a:endParaRPr lang="en-US" dirty="0"/>
          </a:p>
        </p:txBody>
      </p:sp>
      <p:sp>
        <p:nvSpPr>
          <p:cNvPr id="5" name="Footer Placeholder 4">
            <a:extLst>
              <a:ext uri="{FF2B5EF4-FFF2-40B4-BE49-F238E27FC236}">
                <a16:creationId xmlns:a16="http://schemas.microsoft.com/office/drawing/2014/main" id="{D07BC83D-E4C0-49E1-ADA1-1AF403984BDA}"/>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31BF211E-B2EA-4CDC-9E84-B6898394921B}"/>
              </a:ext>
            </a:extLst>
          </p:cNvPr>
          <p:cNvSpPr>
            <a:spLocks noGrp="1"/>
          </p:cNvSpPr>
          <p:nvPr>
            <p:ph type="sldNum" sz="quarter" idx="12"/>
          </p:nvPr>
        </p:nvSpPr>
        <p:spPr/>
        <p:txBody>
          <a:bodyPr/>
          <a:lstStyle/>
          <a:p>
            <a:fld id="{F3450C42-9A0B-4425-92C2-70FCF7C45734}" type="slidenum">
              <a:rPr lang="en-US" smtClean="0"/>
              <a:t>‹#›</a:t>
            </a:fld>
            <a:endParaRPr lang="en-US" dirty="0"/>
          </a:p>
        </p:txBody>
      </p:sp>
      <p:sp>
        <p:nvSpPr>
          <p:cNvPr id="14" name="Oval 13">
            <a:extLst>
              <a:ext uri="{FF2B5EF4-FFF2-40B4-BE49-F238E27FC236}">
                <a16:creationId xmlns:a16="http://schemas.microsoft.com/office/drawing/2014/main" id="{1FE2F5FD-5D31-4C1D-82F8-93624C7B0A3C}"/>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13095110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633F5C3-CD4B-4472-B59A-49D460CB1CD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772236B-AB2C-4D6F-AE15-700992DA917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090F509-07BE-4446-8772-F44E09936B7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1" cap="all" spc="100" baseline="0">
                <a:solidFill>
                  <a:schemeClr val="tx1">
                    <a:tint val="75000"/>
                  </a:schemeClr>
                </a:solidFill>
                <a:latin typeface="+mn-lt"/>
                <a:ea typeface="Source Sans Pro SemiBold" panose="020B0603030403020204" pitchFamily="34" charset="0"/>
              </a:defRPr>
            </a:lvl1pPr>
          </a:lstStyle>
          <a:p>
            <a:fld id="{5ECD8B30-1B71-45A1-8314-D59C86F581E1}" type="datetime1">
              <a:rPr lang="en-US" smtClean="0"/>
              <a:pPr/>
              <a:t>2/24/2026</a:t>
            </a:fld>
            <a:endParaRPr lang="en-US" b="1" dirty="0"/>
          </a:p>
        </p:txBody>
      </p:sp>
      <p:sp>
        <p:nvSpPr>
          <p:cNvPr id="5" name="Footer Placeholder 4">
            <a:extLst>
              <a:ext uri="{FF2B5EF4-FFF2-40B4-BE49-F238E27FC236}">
                <a16:creationId xmlns:a16="http://schemas.microsoft.com/office/drawing/2014/main" id="{501B927E-3833-4F85-99B5-56B5F1E540D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1" cap="all" spc="100" baseline="0">
                <a:solidFill>
                  <a:schemeClr val="tx1">
                    <a:tint val="75000"/>
                  </a:schemeClr>
                </a:solidFill>
                <a:latin typeface="+mn-lt"/>
                <a:ea typeface="Source Sans Pro SemiBold" panose="020B0603030403020204" pitchFamily="34" charset="0"/>
              </a:defRPr>
            </a:lvl1pPr>
          </a:lstStyle>
          <a:p>
            <a:r>
              <a:rPr lang="en-US" dirty="0"/>
              <a:t>Sample Footer Text</a:t>
            </a:r>
            <a:endParaRPr lang="en-US" b="1" dirty="0"/>
          </a:p>
        </p:txBody>
      </p:sp>
      <p:sp>
        <p:nvSpPr>
          <p:cNvPr id="6" name="Slide Number Placeholder 5">
            <a:extLst>
              <a:ext uri="{FF2B5EF4-FFF2-40B4-BE49-F238E27FC236}">
                <a16:creationId xmlns:a16="http://schemas.microsoft.com/office/drawing/2014/main" id="{E628CB64-4E98-43DE-B543-7BE5B329DBA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1" cap="all" spc="100" baseline="0">
                <a:solidFill>
                  <a:schemeClr val="tx1">
                    <a:tint val="75000"/>
                  </a:schemeClr>
                </a:solidFill>
                <a:latin typeface="+mn-lt"/>
                <a:ea typeface="Source Sans Pro SemiBold" panose="020B0603030403020204" pitchFamily="34" charset="0"/>
              </a:defRPr>
            </a:lvl1pPr>
          </a:lstStyle>
          <a:p>
            <a:fld id="{F3450C42-9A0B-4425-92C2-70FCF7C45734}" type="slidenum">
              <a:rPr lang="en-US" smtClean="0"/>
              <a:pPr/>
              <a:t>‹#›</a:t>
            </a:fld>
            <a:endParaRPr lang="en-US" b="1" dirty="0"/>
          </a:p>
        </p:txBody>
      </p:sp>
    </p:spTree>
    <p:extLst>
      <p:ext uri="{BB962C8B-B14F-4D97-AF65-F5344CB8AC3E}">
        <p14:creationId xmlns:p14="http://schemas.microsoft.com/office/powerpoint/2010/main" val="16948020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AB70E7-DEAE-8D1A-1184-C18C2603C91D}"/>
              </a:ext>
            </a:extLst>
          </p:cNvPr>
          <p:cNvSpPr>
            <a:spLocks noGrp="1"/>
          </p:cNvSpPr>
          <p:nvPr>
            <p:ph type="ctrTitle"/>
          </p:nvPr>
        </p:nvSpPr>
        <p:spPr/>
        <p:txBody>
          <a:bodyPr>
            <a:normAutofit/>
          </a:bodyPr>
          <a:lstStyle/>
          <a:p>
            <a:r>
              <a:rPr lang="en-IN" sz="3200" dirty="0"/>
              <a:t>INTERRUPTS</a:t>
            </a:r>
          </a:p>
        </p:txBody>
      </p:sp>
    </p:spTree>
    <p:extLst>
      <p:ext uri="{BB962C8B-B14F-4D97-AF65-F5344CB8AC3E}">
        <p14:creationId xmlns:p14="http://schemas.microsoft.com/office/powerpoint/2010/main" val="1958540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D51718-5FDC-5D9F-A590-7D5817770D7A}"/>
              </a:ext>
            </a:extLst>
          </p:cNvPr>
          <p:cNvSpPr>
            <a:spLocks noGrp="1"/>
          </p:cNvSpPr>
          <p:nvPr>
            <p:ph type="title"/>
          </p:nvPr>
        </p:nvSpPr>
        <p:spPr>
          <a:xfrm>
            <a:off x="838200" y="-93620"/>
            <a:ext cx="10515600" cy="1444488"/>
          </a:xfrm>
        </p:spPr>
        <p:txBody>
          <a:bodyPr>
            <a:normAutofit/>
          </a:bodyPr>
          <a:lstStyle/>
          <a:p>
            <a:r>
              <a:rPr lang="en-IN" sz="2800" b="1" dirty="0"/>
              <a:t>What is interrupt? </a:t>
            </a:r>
          </a:p>
        </p:txBody>
      </p:sp>
      <p:sp>
        <p:nvSpPr>
          <p:cNvPr id="3" name="Content Placeholder 2">
            <a:extLst>
              <a:ext uri="{FF2B5EF4-FFF2-40B4-BE49-F238E27FC236}">
                <a16:creationId xmlns:a16="http://schemas.microsoft.com/office/drawing/2014/main" id="{470DB453-C44B-AB85-1CBD-E8FD82AF558F}"/>
              </a:ext>
            </a:extLst>
          </p:cNvPr>
          <p:cNvSpPr>
            <a:spLocks noGrp="1"/>
          </p:cNvSpPr>
          <p:nvPr>
            <p:ph idx="1"/>
          </p:nvPr>
        </p:nvSpPr>
        <p:spPr>
          <a:xfrm>
            <a:off x="838200" y="887896"/>
            <a:ext cx="10515600" cy="5459895"/>
          </a:xfrm>
        </p:spPr>
        <p:txBody>
          <a:bodyPr>
            <a:normAutofit fontScale="92500"/>
          </a:bodyPr>
          <a:lstStyle/>
          <a:p>
            <a:pPr>
              <a:lnSpc>
                <a:spcPct val="150000"/>
              </a:lnSpc>
            </a:pPr>
            <a:r>
              <a:rPr lang="en-IN" dirty="0"/>
              <a:t>An interrupt is an mechanism that makes the microcontroller to interrupt the execution of current program and execute another program.</a:t>
            </a:r>
          </a:p>
          <a:p>
            <a:pPr>
              <a:lnSpc>
                <a:spcPct val="150000"/>
              </a:lnSpc>
            </a:pPr>
            <a:r>
              <a:rPr lang="en-US" dirty="0"/>
              <a:t>After receiving an interrupt signal, the microcontroller interrupts the execution of main program. After saving the current status of main program, it jumps to the memory location specified by interrupt and executes a subprogram called interrupt service routine (ISR). This memory location is called vector. </a:t>
            </a:r>
            <a:endParaRPr lang="en-IN" dirty="0"/>
          </a:p>
          <a:p>
            <a:pPr>
              <a:lnSpc>
                <a:spcPct val="150000"/>
              </a:lnSpc>
            </a:pPr>
            <a:r>
              <a:rPr lang="en-IN" dirty="0"/>
              <a:t>These interrupts are occurred due to internal and external events</a:t>
            </a:r>
          </a:p>
        </p:txBody>
      </p:sp>
    </p:spTree>
    <p:extLst>
      <p:ext uri="{BB962C8B-B14F-4D97-AF65-F5344CB8AC3E}">
        <p14:creationId xmlns:p14="http://schemas.microsoft.com/office/powerpoint/2010/main" val="30756840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859BCA-958E-21A3-B602-89D114A63A28}"/>
              </a:ext>
            </a:extLst>
          </p:cNvPr>
          <p:cNvSpPr>
            <a:spLocks noGrp="1"/>
          </p:cNvSpPr>
          <p:nvPr>
            <p:ph type="title"/>
          </p:nvPr>
        </p:nvSpPr>
        <p:spPr/>
        <p:txBody>
          <a:bodyPr/>
          <a:lstStyle/>
          <a:p>
            <a:r>
              <a:rPr lang="en-IN" b="1" dirty="0"/>
              <a:t>Interrupt Sources</a:t>
            </a:r>
          </a:p>
        </p:txBody>
      </p:sp>
      <p:sp>
        <p:nvSpPr>
          <p:cNvPr id="3" name="Content Placeholder 2">
            <a:extLst>
              <a:ext uri="{FF2B5EF4-FFF2-40B4-BE49-F238E27FC236}">
                <a16:creationId xmlns:a16="http://schemas.microsoft.com/office/drawing/2014/main" id="{8FF88168-6E91-2B02-58AC-77F939EC5BB3}"/>
              </a:ext>
            </a:extLst>
          </p:cNvPr>
          <p:cNvSpPr>
            <a:spLocks noGrp="1"/>
          </p:cNvSpPr>
          <p:nvPr>
            <p:ph idx="1"/>
          </p:nvPr>
        </p:nvSpPr>
        <p:spPr/>
        <p:txBody>
          <a:bodyPr/>
          <a:lstStyle/>
          <a:p>
            <a:r>
              <a:rPr lang="en-IN" dirty="0"/>
              <a:t>External Interrupt 0 </a:t>
            </a:r>
          </a:p>
          <a:p>
            <a:r>
              <a:rPr lang="en-IN" dirty="0"/>
              <a:t>Timer 0 </a:t>
            </a:r>
          </a:p>
          <a:p>
            <a:r>
              <a:rPr lang="en-IN" dirty="0"/>
              <a:t>External Interrupt 1</a:t>
            </a:r>
          </a:p>
          <a:p>
            <a:r>
              <a:rPr lang="en-IN" dirty="0"/>
              <a:t> Timer 1</a:t>
            </a:r>
          </a:p>
          <a:p>
            <a:r>
              <a:rPr lang="en-IN" dirty="0"/>
              <a:t> Serial Port</a:t>
            </a:r>
          </a:p>
        </p:txBody>
      </p:sp>
    </p:spTree>
    <p:extLst>
      <p:ext uri="{BB962C8B-B14F-4D97-AF65-F5344CB8AC3E}">
        <p14:creationId xmlns:p14="http://schemas.microsoft.com/office/powerpoint/2010/main" val="41778231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9084856-E9B8-8BDA-1991-3C725A7A0030}"/>
              </a:ext>
            </a:extLst>
          </p:cNvPr>
          <p:cNvSpPr>
            <a:spLocks noGrp="1"/>
          </p:cNvSpPr>
          <p:nvPr>
            <p:ph idx="1"/>
          </p:nvPr>
        </p:nvSpPr>
        <p:spPr>
          <a:xfrm>
            <a:off x="838200" y="516835"/>
            <a:ext cx="10515600" cy="5660128"/>
          </a:xfrm>
        </p:spPr>
        <p:txBody>
          <a:bodyPr>
            <a:normAutofit/>
          </a:bodyPr>
          <a:lstStyle/>
          <a:p>
            <a:r>
              <a:rPr lang="en-US" dirty="0"/>
              <a:t>Each interrupt can be enabled separately. </a:t>
            </a:r>
          </a:p>
          <a:p>
            <a:pPr>
              <a:lnSpc>
                <a:spcPct val="100000"/>
              </a:lnSpc>
            </a:pPr>
            <a:r>
              <a:rPr lang="en-US" dirty="0"/>
              <a:t>Each interrupt type has a separate vector address. </a:t>
            </a:r>
          </a:p>
          <a:p>
            <a:pPr>
              <a:lnSpc>
                <a:spcPct val="100000"/>
              </a:lnSpc>
            </a:pPr>
            <a:r>
              <a:rPr lang="en-US" dirty="0"/>
              <a:t>Each interrupt type can be programmed to one of two priority levels. </a:t>
            </a:r>
          </a:p>
          <a:p>
            <a:pPr>
              <a:lnSpc>
                <a:spcPct val="100000"/>
              </a:lnSpc>
            </a:pPr>
            <a:r>
              <a:rPr lang="en-US" dirty="0"/>
              <a:t>External interrupts can be programmed for edge or level sensitivity. </a:t>
            </a:r>
          </a:p>
          <a:p>
            <a:pPr>
              <a:lnSpc>
                <a:spcPct val="100000"/>
              </a:lnSpc>
            </a:pPr>
            <a:r>
              <a:rPr lang="en-US" dirty="0"/>
              <a:t>Each interrupt can be enabled or disabled by setting bits of the IE (interrupt enable) register. Likewise, the whole interrupt system can be disabled by clearing the EA bit of the same register</a:t>
            </a:r>
            <a:endParaRPr lang="en-IN" dirty="0"/>
          </a:p>
        </p:txBody>
      </p:sp>
    </p:spTree>
    <p:extLst>
      <p:ext uri="{BB962C8B-B14F-4D97-AF65-F5344CB8AC3E}">
        <p14:creationId xmlns:p14="http://schemas.microsoft.com/office/powerpoint/2010/main" val="19718660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3016D88-2437-8B49-E1CD-D2F78B206947}"/>
              </a:ext>
            </a:extLst>
          </p:cNvPr>
          <p:cNvSpPr>
            <a:spLocks noGrp="1"/>
          </p:cNvSpPr>
          <p:nvPr>
            <p:ph idx="1"/>
          </p:nvPr>
        </p:nvSpPr>
        <p:spPr>
          <a:xfrm>
            <a:off x="838200" y="0"/>
            <a:ext cx="10515600" cy="7262191"/>
          </a:xfrm>
        </p:spPr>
        <p:txBody>
          <a:bodyPr/>
          <a:lstStyle/>
          <a:p>
            <a:pPr>
              <a:lnSpc>
                <a:spcPct val="150000"/>
              </a:lnSpc>
            </a:pPr>
            <a:r>
              <a:rPr lang="en-IN" dirty="0"/>
              <a:t>In 8051 microcontroller, interrupts are generated by internal operations such as Timer flag 0 (TF0), Timer flag 1 (TF1), and serial port interrupt (RI or TI).</a:t>
            </a:r>
          </a:p>
          <a:p>
            <a:pPr>
              <a:lnSpc>
                <a:spcPct val="150000"/>
              </a:lnSpc>
            </a:pPr>
            <a:r>
              <a:rPr lang="en-IN" dirty="0"/>
              <a:t> When the timer/counter 0 overflows, the TF0 flag is set to 1. If the timer/counter 1 overflows, the TF1 flag is set to 1.</a:t>
            </a:r>
          </a:p>
          <a:p>
            <a:pPr>
              <a:lnSpc>
                <a:spcPct val="150000"/>
              </a:lnSpc>
            </a:pPr>
            <a:r>
              <a:rPr lang="en-US" dirty="0"/>
              <a:t>The TF0 and TF1 flag will be cleared when the timer flag interrupt makes a program call from the timer subroutine.</a:t>
            </a:r>
          </a:p>
          <a:p>
            <a:pPr>
              <a:lnSpc>
                <a:spcPct val="150000"/>
              </a:lnSpc>
            </a:pPr>
            <a:r>
              <a:rPr lang="en-US" dirty="0"/>
              <a:t>In serial port interrupt, a data byte will be received if RI=1 and a data byte will be transmitted if TI=1.</a:t>
            </a:r>
            <a:endParaRPr lang="en-IN" dirty="0"/>
          </a:p>
        </p:txBody>
      </p:sp>
    </p:spTree>
    <p:extLst>
      <p:ext uri="{BB962C8B-B14F-4D97-AF65-F5344CB8AC3E}">
        <p14:creationId xmlns:p14="http://schemas.microsoft.com/office/powerpoint/2010/main" val="16968400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6023E79-F3F7-C688-1A07-2A763B662153}"/>
              </a:ext>
            </a:extLst>
          </p:cNvPr>
          <p:cNvSpPr>
            <a:spLocks noGrp="1"/>
          </p:cNvSpPr>
          <p:nvPr>
            <p:ph idx="1"/>
          </p:nvPr>
        </p:nvSpPr>
        <p:spPr>
          <a:xfrm>
            <a:off x="838200" y="927652"/>
            <a:ext cx="10515600" cy="5249311"/>
          </a:xfrm>
        </p:spPr>
        <p:txBody>
          <a:bodyPr>
            <a:normAutofit lnSpcReduction="10000"/>
          </a:bodyPr>
          <a:lstStyle/>
          <a:p>
            <a:pPr>
              <a:lnSpc>
                <a:spcPct val="150000"/>
              </a:lnSpc>
            </a:pPr>
            <a:r>
              <a:rPr lang="en-US" dirty="0"/>
              <a:t>Interrupts are also generated by external signals INT0 and INT1</a:t>
            </a:r>
          </a:p>
          <a:p>
            <a:pPr>
              <a:lnSpc>
                <a:spcPct val="150000"/>
              </a:lnSpc>
            </a:pPr>
            <a:r>
              <a:rPr lang="en-US" dirty="0"/>
              <a:t>External inputs on INT0 and INT1 pins set the interrupt flags IE0 and IE1 in the TCON register (Timer Control register) to 1 by level triggered or edge triggered</a:t>
            </a:r>
          </a:p>
          <a:p>
            <a:pPr>
              <a:lnSpc>
                <a:spcPct val="150000"/>
              </a:lnSpc>
            </a:pPr>
            <a:r>
              <a:rPr lang="en-US" dirty="0"/>
              <a:t>If the IT0 and IT1 bits of the TCON register are set, an interrupt will be generated on high to low transition.</a:t>
            </a:r>
          </a:p>
          <a:p>
            <a:pPr>
              <a:lnSpc>
                <a:spcPct val="150000"/>
              </a:lnSpc>
            </a:pPr>
            <a:r>
              <a:rPr lang="en-US" dirty="0"/>
              <a:t>If these bits are cleared, an interrupt will be continuously executed as far as the pins are held low.</a:t>
            </a:r>
            <a:endParaRPr lang="en-IN" dirty="0"/>
          </a:p>
        </p:txBody>
      </p:sp>
    </p:spTree>
    <p:extLst>
      <p:ext uri="{BB962C8B-B14F-4D97-AF65-F5344CB8AC3E}">
        <p14:creationId xmlns:p14="http://schemas.microsoft.com/office/powerpoint/2010/main" val="23682368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A433F-86D5-BE5C-89E1-157CBCF2A7FB}"/>
              </a:ext>
            </a:extLst>
          </p:cNvPr>
          <p:cNvSpPr>
            <a:spLocks noGrp="1"/>
          </p:cNvSpPr>
          <p:nvPr>
            <p:ph type="title"/>
          </p:nvPr>
        </p:nvSpPr>
        <p:spPr/>
        <p:txBody>
          <a:bodyPr/>
          <a:lstStyle/>
          <a:p>
            <a:r>
              <a:rPr lang="en-IN" b="1" dirty="0"/>
              <a:t>Interrupt vector address</a:t>
            </a:r>
          </a:p>
        </p:txBody>
      </p:sp>
      <p:pic>
        <p:nvPicPr>
          <p:cNvPr id="5" name="Content Placeholder 4">
            <a:extLst>
              <a:ext uri="{FF2B5EF4-FFF2-40B4-BE49-F238E27FC236}">
                <a16:creationId xmlns:a16="http://schemas.microsoft.com/office/drawing/2014/main" id="{4EF7C103-B9EB-2067-F8DB-9EBF34BC918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2184834"/>
            <a:ext cx="10515600" cy="3632920"/>
          </a:xfrm>
          <a:prstGeom prst="rect">
            <a:avLst/>
          </a:prstGeom>
        </p:spPr>
      </p:pic>
    </p:spTree>
    <p:extLst>
      <p:ext uri="{BB962C8B-B14F-4D97-AF65-F5344CB8AC3E}">
        <p14:creationId xmlns:p14="http://schemas.microsoft.com/office/powerpoint/2010/main" val="756590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F19168-2461-C2BF-B659-93D8526EB810}"/>
              </a:ext>
            </a:extLst>
          </p:cNvPr>
          <p:cNvSpPr>
            <a:spLocks noGrp="1"/>
          </p:cNvSpPr>
          <p:nvPr>
            <p:ph type="title"/>
          </p:nvPr>
        </p:nvSpPr>
        <p:spPr>
          <a:xfrm>
            <a:off x="762000" y="361156"/>
            <a:ext cx="10515600" cy="1325563"/>
          </a:xfrm>
        </p:spPr>
        <p:txBody>
          <a:bodyPr/>
          <a:lstStyle/>
          <a:p>
            <a:r>
              <a:rPr lang="en-IN" b="1" dirty="0"/>
              <a:t>Interrupt Control Register</a:t>
            </a:r>
          </a:p>
        </p:txBody>
      </p:sp>
      <p:sp>
        <p:nvSpPr>
          <p:cNvPr id="3" name="Content Placeholder 2">
            <a:extLst>
              <a:ext uri="{FF2B5EF4-FFF2-40B4-BE49-F238E27FC236}">
                <a16:creationId xmlns:a16="http://schemas.microsoft.com/office/drawing/2014/main" id="{3970F279-4376-735B-590E-EB375B531B93}"/>
              </a:ext>
            </a:extLst>
          </p:cNvPr>
          <p:cNvSpPr>
            <a:spLocks noGrp="1"/>
          </p:cNvSpPr>
          <p:nvPr>
            <p:ph idx="1"/>
          </p:nvPr>
        </p:nvSpPr>
        <p:spPr>
          <a:xfrm>
            <a:off x="838200" y="1825625"/>
            <a:ext cx="10515600" cy="1845227"/>
          </a:xfrm>
        </p:spPr>
        <p:txBody>
          <a:bodyPr/>
          <a:lstStyle/>
          <a:p>
            <a:r>
              <a:rPr lang="en-IN" dirty="0"/>
              <a:t>Interrupt Enable (IE) register</a:t>
            </a:r>
          </a:p>
          <a:p>
            <a:r>
              <a:rPr lang="en-IN" dirty="0"/>
              <a:t> Interrupt Priority(IP) register </a:t>
            </a:r>
          </a:p>
          <a:p>
            <a:r>
              <a:rPr lang="en-IN" dirty="0"/>
              <a:t>Timer Control Register(TCON)</a:t>
            </a:r>
          </a:p>
          <a:p>
            <a:pPr marL="0" indent="0">
              <a:buNone/>
            </a:pPr>
            <a:endParaRPr lang="en-IN" dirty="0"/>
          </a:p>
          <a:p>
            <a:pPr marL="0" indent="0">
              <a:buNone/>
            </a:pPr>
            <a:endParaRPr lang="en-IN" dirty="0"/>
          </a:p>
        </p:txBody>
      </p:sp>
      <p:sp>
        <p:nvSpPr>
          <p:cNvPr id="4" name="TextBox 3">
            <a:extLst>
              <a:ext uri="{FF2B5EF4-FFF2-40B4-BE49-F238E27FC236}">
                <a16:creationId xmlns:a16="http://schemas.microsoft.com/office/drawing/2014/main" id="{FF649CCB-9B98-064B-EDD1-232885DCDB04}"/>
              </a:ext>
            </a:extLst>
          </p:cNvPr>
          <p:cNvSpPr txBox="1"/>
          <p:nvPr/>
        </p:nvSpPr>
        <p:spPr>
          <a:xfrm>
            <a:off x="490330" y="3429000"/>
            <a:ext cx="11410121" cy="3539430"/>
          </a:xfrm>
          <a:prstGeom prst="rect">
            <a:avLst/>
          </a:prstGeom>
          <a:noFill/>
        </p:spPr>
        <p:txBody>
          <a:bodyPr wrap="square" rtlCol="0">
            <a:spAutoFit/>
          </a:bodyPr>
          <a:lstStyle/>
          <a:p>
            <a:r>
              <a:rPr lang="en-IN" sz="3200" b="1" dirty="0"/>
              <a:t>Interrupt Enable (IE) Register:</a:t>
            </a:r>
          </a:p>
          <a:p>
            <a:r>
              <a:rPr lang="en-IN" sz="3200" dirty="0"/>
              <a:t>                           It consist of </a:t>
            </a:r>
            <a:r>
              <a:rPr lang="fr-FR" sz="3200" dirty="0"/>
              <a:t>EA, ES, ET1, EX1, ET0 and EX0 </a:t>
            </a:r>
          </a:p>
          <a:p>
            <a:endParaRPr lang="fr-FR" sz="3200" dirty="0"/>
          </a:p>
          <a:p>
            <a:pPr marL="457200" indent="-457200">
              <a:buFont typeface="Arial" panose="020B0604020202020204" pitchFamily="34" charset="0"/>
              <a:buChar char="•"/>
            </a:pPr>
            <a:r>
              <a:rPr lang="fr-FR" sz="3200" b="1" dirty="0"/>
              <a:t>EA</a:t>
            </a:r>
            <a:r>
              <a:rPr lang="fr-FR" sz="3200" dirty="0"/>
              <a:t>  </a:t>
            </a:r>
            <a:r>
              <a:rPr lang="en-US" sz="3200" dirty="0"/>
              <a:t>global interrupt enable/disable:</a:t>
            </a:r>
          </a:p>
          <a:p>
            <a:r>
              <a:rPr lang="en-US" sz="3200" dirty="0"/>
              <a:t>                       0—disables all interrupt requests.</a:t>
            </a:r>
          </a:p>
          <a:p>
            <a:r>
              <a:rPr lang="en-US" sz="3200" dirty="0"/>
              <a:t>                       1—enables all individual interrupt requests.</a:t>
            </a:r>
            <a:endParaRPr lang="en-IN" sz="3200" dirty="0"/>
          </a:p>
          <a:p>
            <a:endParaRPr lang="en-IN" sz="3200" dirty="0"/>
          </a:p>
        </p:txBody>
      </p:sp>
    </p:spTree>
    <p:extLst>
      <p:ext uri="{BB962C8B-B14F-4D97-AF65-F5344CB8AC3E}">
        <p14:creationId xmlns:p14="http://schemas.microsoft.com/office/powerpoint/2010/main" val="31573545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FE0CFA5-A13B-8C22-114F-BEC2990C2F5E}"/>
              </a:ext>
            </a:extLst>
          </p:cNvPr>
          <p:cNvSpPr>
            <a:spLocks noGrp="1"/>
          </p:cNvSpPr>
          <p:nvPr>
            <p:ph idx="1"/>
          </p:nvPr>
        </p:nvSpPr>
        <p:spPr>
          <a:xfrm>
            <a:off x="838200" y="318052"/>
            <a:ext cx="10515600" cy="5858911"/>
          </a:xfrm>
        </p:spPr>
        <p:txBody>
          <a:bodyPr>
            <a:normAutofit lnSpcReduction="10000"/>
          </a:bodyPr>
          <a:lstStyle/>
          <a:p>
            <a:pPr fontAlgn="base"/>
            <a:r>
              <a:rPr lang="en-US" b="1" dirty="0"/>
              <a:t>ES (Serial Communication Interrupt Enable)-</a:t>
            </a:r>
            <a:r>
              <a:rPr lang="en-US" dirty="0"/>
              <a:t> This bit enables or disables the interrupt for serial communication.</a:t>
            </a:r>
          </a:p>
          <a:p>
            <a:pPr marL="0" indent="0" fontAlgn="base">
              <a:buNone/>
            </a:pPr>
            <a:r>
              <a:rPr lang="en-US" dirty="0"/>
              <a:t>1- Interrupt is enabled by UART system</a:t>
            </a:r>
          </a:p>
          <a:p>
            <a:pPr marL="0" indent="0" fontAlgn="base">
              <a:buNone/>
            </a:pPr>
            <a:r>
              <a:rPr lang="en-US" dirty="0"/>
              <a:t>0-Interrupt cannot be generated by UART system</a:t>
            </a:r>
          </a:p>
          <a:p>
            <a:pPr marL="0" indent="0" fontAlgn="base">
              <a:buNone/>
            </a:pPr>
            <a:endParaRPr lang="en-US" dirty="0"/>
          </a:p>
          <a:p>
            <a:pPr fontAlgn="base"/>
            <a:r>
              <a:rPr lang="en-US" b="1" dirty="0"/>
              <a:t>ET0- </a:t>
            </a:r>
            <a:r>
              <a:rPr lang="en-US" dirty="0"/>
              <a:t>Bit enables or disables timer 0 interrupt.</a:t>
            </a:r>
          </a:p>
          <a:p>
            <a:pPr marL="0" indent="0" fontAlgn="base">
              <a:buNone/>
            </a:pPr>
            <a:r>
              <a:rPr lang="en-US" dirty="0"/>
              <a:t>1-Timer 0 is enables an interrupt</a:t>
            </a:r>
          </a:p>
          <a:p>
            <a:pPr marL="0" indent="0" fontAlgn="base">
              <a:buNone/>
            </a:pPr>
            <a:r>
              <a:rPr lang="en-US" dirty="0"/>
              <a:t>0-Interrupt cannot be generated by the timer 0</a:t>
            </a:r>
          </a:p>
          <a:p>
            <a:pPr marL="0" indent="0" fontAlgn="base">
              <a:buNone/>
            </a:pPr>
            <a:endParaRPr lang="en-US" dirty="0"/>
          </a:p>
          <a:p>
            <a:pPr fontAlgn="base"/>
            <a:r>
              <a:rPr lang="en-US" b="1" dirty="0"/>
              <a:t>ET1</a:t>
            </a:r>
            <a:r>
              <a:rPr lang="en-US" dirty="0"/>
              <a:t>- Bit enables or disables timer 1 interrupt.</a:t>
            </a:r>
          </a:p>
          <a:p>
            <a:pPr marL="0" indent="0" fontAlgn="base">
              <a:buNone/>
            </a:pPr>
            <a:r>
              <a:rPr lang="en-US" dirty="0"/>
              <a:t>1- Interrupt is enabled by timer 1</a:t>
            </a:r>
          </a:p>
          <a:p>
            <a:pPr marL="0" indent="0" fontAlgn="base">
              <a:buNone/>
            </a:pPr>
            <a:r>
              <a:rPr lang="en-US" dirty="0"/>
              <a:t>0-Interrupt is disabled by timer 1</a:t>
            </a:r>
          </a:p>
          <a:p>
            <a:pPr>
              <a:lnSpc>
                <a:spcPct val="110000"/>
              </a:lnSpc>
            </a:pPr>
            <a:endParaRPr lang="en-IN" sz="3200" dirty="0"/>
          </a:p>
        </p:txBody>
      </p:sp>
    </p:spTree>
    <p:extLst>
      <p:ext uri="{BB962C8B-B14F-4D97-AF65-F5344CB8AC3E}">
        <p14:creationId xmlns:p14="http://schemas.microsoft.com/office/powerpoint/2010/main" val="25446231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55902F1-DA59-EAA3-1A17-CAE4E1CA2F4E}"/>
              </a:ext>
            </a:extLst>
          </p:cNvPr>
          <p:cNvSpPr>
            <a:spLocks noGrp="1"/>
          </p:cNvSpPr>
          <p:nvPr>
            <p:ph idx="1"/>
          </p:nvPr>
        </p:nvSpPr>
        <p:spPr>
          <a:xfrm>
            <a:off x="838199" y="625642"/>
            <a:ext cx="10942983" cy="5551321"/>
          </a:xfrm>
        </p:spPr>
        <p:txBody>
          <a:bodyPr/>
          <a:lstStyle/>
          <a:p>
            <a:pPr fontAlgn="base"/>
            <a:r>
              <a:rPr lang="en-US" b="1" dirty="0"/>
              <a:t>EX0 and EX1 (External Interrupt 0 and External Interrupt 1 Enable)</a:t>
            </a:r>
            <a:endParaRPr lang="en-US" dirty="0"/>
          </a:p>
          <a:p>
            <a:pPr fontAlgn="base"/>
            <a:r>
              <a:rPr lang="en-US" dirty="0"/>
              <a:t>These bits control the interrupts from external devices.</a:t>
            </a:r>
          </a:p>
          <a:p>
            <a:pPr fontAlgn="base"/>
            <a:r>
              <a:rPr lang="en-US" dirty="0"/>
              <a:t>EX0 - bit enables or disables external 0 interrupt: 0 - change of the INT1 pin logic state cannot generate an interrupt and 1 - enables an external interrupt on the pin INT1 state change.</a:t>
            </a:r>
          </a:p>
          <a:p>
            <a:pPr fontAlgn="base"/>
            <a:r>
              <a:rPr lang="en-US" dirty="0"/>
              <a:t>EX1 - bit enables or disables external 1 interrupt: 0 - change of the pin INT0 logic state cannot generate an interrupt and 1 - enables an external interrupt on the pin INT0 state change.</a:t>
            </a:r>
          </a:p>
          <a:p>
            <a:endParaRPr lang="en-IN" dirty="0"/>
          </a:p>
        </p:txBody>
      </p:sp>
    </p:spTree>
    <p:extLst>
      <p:ext uri="{BB962C8B-B14F-4D97-AF65-F5344CB8AC3E}">
        <p14:creationId xmlns:p14="http://schemas.microsoft.com/office/powerpoint/2010/main" val="32991412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2E5B97-414D-EA48-F538-177BBF58725A}"/>
              </a:ext>
            </a:extLst>
          </p:cNvPr>
          <p:cNvSpPr>
            <a:spLocks noGrp="1"/>
          </p:cNvSpPr>
          <p:nvPr>
            <p:ph type="title"/>
          </p:nvPr>
        </p:nvSpPr>
        <p:spPr/>
        <p:txBody>
          <a:bodyPr/>
          <a:lstStyle/>
          <a:p>
            <a:pPr algn="ctr"/>
            <a:r>
              <a:rPr lang="en-IN" b="1" dirty="0"/>
              <a:t>Interrupt Enable Register(IE)</a:t>
            </a:r>
          </a:p>
        </p:txBody>
      </p:sp>
      <p:pic>
        <p:nvPicPr>
          <p:cNvPr id="4" name="Picture 3">
            <a:extLst>
              <a:ext uri="{FF2B5EF4-FFF2-40B4-BE49-F238E27FC236}">
                <a16:creationId xmlns:a16="http://schemas.microsoft.com/office/drawing/2014/main" id="{55484999-664B-1AE0-AF4C-30275DC5A8E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9754" y="1487087"/>
            <a:ext cx="11529967" cy="5005788"/>
          </a:xfrm>
          <a:prstGeom prst="rect">
            <a:avLst/>
          </a:prstGeom>
        </p:spPr>
      </p:pic>
    </p:spTree>
    <p:extLst>
      <p:ext uri="{BB962C8B-B14F-4D97-AF65-F5344CB8AC3E}">
        <p14:creationId xmlns:p14="http://schemas.microsoft.com/office/powerpoint/2010/main" val="2377389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8DB262B-EC1E-7CA3-8C95-510D89144FC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5529" y="238538"/>
            <a:ext cx="11794435" cy="6374297"/>
          </a:xfrm>
          <a:prstGeom prst="rect">
            <a:avLst/>
          </a:prstGeom>
        </p:spPr>
      </p:pic>
    </p:spTree>
    <p:extLst>
      <p:ext uri="{BB962C8B-B14F-4D97-AF65-F5344CB8AC3E}">
        <p14:creationId xmlns:p14="http://schemas.microsoft.com/office/powerpoint/2010/main" val="5118887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EABCDE-8284-619C-75D9-80850736B0D7}"/>
              </a:ext>
            </a:extLst>
          </p:cNvPr>
          <p:cNvSpPr>
            <a:spLocks noGrp="1"/>
          </p:cNvSpPr>
          <p:nvPr>
            <p:ph type="title"/>
          </p:nvPr>
        </p:nvSpPr>
        <p:spPr>
          <a:xfrm>
            <a:off x="838200" y="145773"/>
            <a:ext cx="10515600" cy="5446643"/>
          </a:xfrm>
        </p:spPr>
        <p:txBody>
          <a:bodyPr>
            <a:normAutofit fontScale="90000"/>
          </a:bodyPr>
          <a:lstStyle/>
          <a:p>
            <a:pPr>
              <a:lnSpc>
                <a:spcPct val="150000"/>
              </a:lnSpc>
            </a:pPr>
            <a:br>
              <a:rPr lang="en-IN" dirty="0"/>
            </a:br>
            <a:r>
              <a:rPr lang="en-IN" b="1" dirty="0"/>
              <a:t>Interrupt Priority (IP) Register</a:t>
            </a:r>
            <a:br>
              <a:rPr lang="en-IN" dirty="0"/>
            </a:br>
            <a:r>
              <a:rPr lang="en-IN" sz="3600" dirty="0"/>
              <a:t>&gt; </a:t>
            </a:r>
            <a:r>
              <a:rPr lang="en-US" sz="3100" dirty="0"/>
              <a:t>The Interrupt Priority (IP) Register is used to determine the interrupt priority.</a:t>
            </a:r>
            <a:br>
              <a:rPr lang="en-US" sz="3100" dirty="0"/>
            </a:br>
            <a:r>
              <a:rPr lang="en-US" sz="3100" dirty="0"/>
              <a:t>&gt; </a:t>
            </a:r>
            <a:r>
              <a:rPr lang="en-US" sz="3200" dirty="0"/>
              <a:t>When the bit is 0, the corresponding interrupt has lowest priority and if the bit is 1, the corresponding interrupt has the higher priority. </a:t>
            </a:r>
            <a:br>
              <a:rPr lang="en-US" sz="3200" dirty="0"/>
            </a:br>
            <a:r>
              <a:rPr lang="en-US" sz="3200" dirty="0"/>
              <a:t>&gt; When two interrupts occur at the same time, the higher priority interrupt gets service fast and then the next higher priority interrupt gets service. </a:t>
            </a:r>
            <a:endParaRPr lang="en-IN" sz="3100" dirty="0"/>
          </a:p>
        </p:txBody>
      </p:sp>
    </p:spTree>
    <p:extLst>
      <p:ext uri="{BB962C8B-B14F-4D97-AF65-F5344CB8AC3E}">
        <p14:creationId xmlns:p14="http://schemas.microsoft.com/office/powerpoint/2010/main" val="17892597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1A902D-1753-ABC2-A2F8-53BD1DF182E2}"/>
              </a:ext>
            </a:extLst>
          </p:cNvPr>
          <p:cNvSpPr>
            <a:spLocks noGrp="1"/>
          </p:cNvSpPr>
          <p:nvPr>
            <p:ph type="title"/>
          </p:nvPr>
        </p:nvSpPr>
        <p:spPr/>
        <p:txBody>
          <a:bodyPr/>
          <a:lstStyle/>
          <a:p>
            <a:r>
              <a:rPr lang="en-IN" b="1" dirty="0"/>
              <a:t>The priority of interrupts :</a:t>
            </a:r>
          </a:p>
        </p:txBody>
      </p:sp>
      <p:sp>
        <p:nvSpPr>
          <p:cNvPr id="3" name="Content Placeholder 2">
            <a:extLst>
              <a:ext uri="{FF2B5EF4-FFF2-40B4-BE49-F238E27FC236}">
                <a16:creationId xmlns:a16="http://schemas.microsoft.com/office/drawing/2014/main" id="{B3C777FF-821C-8F49-B180-A28E915BCDA3}"/>
              </a:ext>
            </a:extLst>
          </p:cNvPr>
          <p:cNvSpPr>
            <a:spLocks noGrp="1"/>
          </p:cNvSpPr>
          <p:nvPr>
            <p:ph sz="half" idx="1"/>
          </p:nvPr>
        </p:nvSpPr>
        <p:spPr>
          <a:xfrm>
            <a:off x="112295" y="1825625"/>
            <a:ext cx="5907505" cy="4351338"/>
          </a:xfrm>
        </p:spPr>
        <p:txBody>
          <a:bodyPr>
            <a:normAutofit fontScale="85000" lnSpcReduction="10000"/>
          </a:bodyPr>
          <a:lstStyle/>
          <a:p>
            <a:pPr fontAlgn="base"/>
            <a:r>
              <a:rPr lang="en-IN" b="1" dirty="0"/>
              <a:t>Bit0 (PX0)- External0 interrupt priority bit</a:t>
            </a:r>
            <a:endParaRPr lang="en-IN" dirty="0"/>
          </a:p>
          <a:p>
            <a:pPr marL="0" indent="0" fontAlgn="base">
              <a:buNone/>
            </a:pPr>
            <a:r>
              <a:rPr lang="en-IN" dirty="0"/>
              <a:t>0- Sets low priority to external 0 interrupt</a:t>
            </a:r>
          </a:p>
          <a:p>
            <a:pPr marL="0" indent="0" fontAlgn="base">
              <a:buNone/>
            </a:pPr>
            <a:r>
              <a:rPr lang="en-IN" dirty="0"/>
              <a:t>1- Sets high priority to external 0 interrupt</a:t>
            </a:r>
          </a:p>
          <a:p>
            <a:pPr fontAlgn="base"/>
            <a:r>
              <a:rPr lang="en-IN" b="1" dirty="0"/>
              <a:t>Bit1 (PT0)- Timer 0 interrupt priority bit</a:t>
            </a:r>
            <a:endParaRPr lang="en-IN" dirty="0"/>
          </a:p>
          <a:p>
            <a:pPr marL="0" indent="0" fontAlgn="base">
              <a:buNone/>
            </a:pPr>
            <a:r>
              <a:rPr lang="en-IN" dirty="0"/>
              <a:t>0- Assigns low priority to Timer0 interrupt</a:t>
            </a:r>
          </a:p>
          <a:p>
            <a:pPr marL="0" indent="0" fontAlgn="base">
              <a:buNone/>
            </a:pPr>
            <a:r>
              <a:rPr lang="en-IN" dirty="0"/>
              <a:t>1- Assigns high priority to Timer0 interrupt</a:t>
            </a:r>
          </a:p>
          <a:p>
            <a:pPr fontAlgn="base"/>
            <a:r>
              <a:rPr lang="en-IN" b="1" dirty="0"/>
              <a:t>Bit2 (PX1)- External1 interrupt priority bit</a:t>
            </a:r>
            <a:endParaRPr lang="en-IN" dirty="0"/>
          </a:p>
          <a:p>
            <a:pPr marL="0" indent="0" fontAlgn="base">
              <a:buNone/>
            </a:pPr>
            <a:r>
              <a:rPr lang="en-IN" dirty="0"/>
              <a:t>0- Sets low priority to external1 interrupt</a:t>
            </a:r>
          </a:p>
          <a:p>
            <a:pPr marL="0" indent="0" fontAlgn="base">
              <a:buNone/>
            </a:pPr>
            <a:r>
              <a:rPr lang="en-IN" dirty="0"/>
              <a:t>1- Sets high priority to external1 interrupt</a:t>
            </a:r>
          </a:p>
          <a:p>
            <a:endParaRPr lang="en-IN" dirty="0"/>
          </a:p>
        </p:txBody>
      </p:sp>
      <p:sp>
        <p:nvSpPr>
          <p:cNvPr id="5" name="Content Placeholder 4">
            <a:extLst>
              <a:ext uri="{FF2B5EF4-FFF2-40B4-BE49-F238E27FC236}">
                <a16:creationId xmlns:a16="http://schemas.microsoft.com/office/drawing/2014/main" id="{099855F2-FB81-0EB2-9FA8-FE367ADB5220}"/>
              </a:ext>
            </a:extLst>
          </p:cNvPr>
          <p:cNvSpPr>
            <a:spLocks noGrp="1"/>
          </p:cNvSpPr>
          <p:nvPr>
            <p:ph sz="half" idx="2"/>
          </p:nvPr>
        </p:nvSpPr>
        <p:spPr>
          <a:xfrm>
            <a:off x="6172199" y="1825625"/>
            <a:ext cx="5522495" cy="4351338"/>
          </a:xfrm>
        </p:spPr>
        <p:txBody>
          <a:bodyPr>
            <a:normAutofit fontScale="85000" lnSpcReduction="10000"/>
          </a:bodyPr>
          <a:lstStyle/>
          <a:p>
            <a:pPr fontAlgn="base"/>
            <a:r>
              <a:rPr lang="en-US" b="1" dirty="0"/>
              <a:t>Bit3 (PT1)- Timer1 interrupt priority bit</a:t>
            </a:r>
            <a:endParaRPr lang="en-US" dirty="0"/>
          </a:p>
          <a:p>
            <a:pPr marL="0" indent="0" fontAlgn="base">
              <a:buNone/>
            </a:pPr>
            <a:r>
              <a:rPr lang="en-US" dirty="0"/>
              <a:t>0- Sets low priority to timer1 interrupt</a:t>
            </a:r>
          </a:p>
          <a:p>
            <a:pPr marL="0" indent="0" fontAlgn="base">
              <a:buNone/>
            </a:pPr>
            <a:r>
              <a:rPr lang="en-US" dirty="0"/>
              <a:t>1- Sets high priority to timer1 interrupt</a:t>
            </a:r>
          </a:p>
          <a:p>
            <a:pPr fontAlgn="base"/>
            <a:r>
              <a:rPr lang="en-US" b="1" dirty="0"/>
              <a:t>Bit4 (PS)- Serial Input priority bit</a:t>
            </a:r>
            <a:endParaRPr lang="en-US" dirty="0"/>
          </a:p>
          <a:p>
            <a:pPr marL="0" indent="0" fontAlgn="base">
              <a:buNone/>
            </a:pPr>
            <a:r>
              <a:rPr lang="en-US" dirty="0"/>
              <a:t>0- Assigns low priority to serial interrupt</a:t>
            </a:r>
          </a:p>
          <a:p>
            <a:pPr marL="0" indent="0" fontAlgn="base">
              <a:buNone/>
            </a:pPr>
            <a:r>
              <a:rPr lang="en-US" dirty="0"/>
              <a:t>1- Assigns high priority to serial interrupt</a:t>
            </a:r>
          </a:p>
          <a:p>
            <a:pPr fontAlgn="base"/>
            <a:r>
              <a:rPr lang="en-US" b="1" dirty="0"/>
              <a:t>Bit 5,6 &amp; 7- </a:t>
            </a:r>
            <a:r>
              <a:rPr lang="en-US" dirty="0"/>
              <a:t>These bits are called as the Reserved bits.</a:t>
            </a:r>
          </a:p>
          <a:p>
            <a:endParaRPr lang="en-IN" dirty="0"/>
          </a:p>
        </p:txBody>
      </p:sp>
    </p:spTree>
    <p:extLst>
      <p:ext uri="{BB962C8B-B14F-4D97-AF65-F5344CB8AC3E}">
        <p14:creationId xmlns:p14="http://schemas.microsoft.com/office/powerpoint/2010/main" val="23314131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614353-C68A-8FC7-3E79-F5211765DEE1}"/>
              </a:ext>
            </a:extLst>
          </p:cNvPr>
          <p:cNvSpPr>
            <a:spLocks noGrp="1"/>
          </p:cNvSpPr>
          <p:nvPr>
            <p:ph type="title"/>
          </p:nvPr>
        </p:nvSpPr>
        <p:spPr/>
        <p:txBody>
          <a:bodyPr/>
          <a:lstStyle/>
          <a:p>
            <a:r>
              <a:rPr lang="en-IN" b="1" dirty="0"/>
              <a:t>IP (Interrupt Priority) Register</a:t>
            </a:r>
          </a:p>
        </p:txBody>
      </p:sp>
      <p:pic>
        <p:nvPicPr>
          <p:cNvPr id="5" name="Content Placeholder 4">
            <a:extLst>
              <a:ext uri="{FF2B5EF4-FFF2-40B4-BE49-F238E27FC236}">
                <a16:creationId xmlns:a16="http://schemas.microsoft.com/office/drawing/2014/main" id="{49D8A432-83B2-3F38-8544-8C60DFD1DEE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04210" y="2759242"/>
            <a:ext cx="8791073" cy="2251843"/>
          </a:xfrm>
          <a:prstGeom prst="rect">
            <a:avLst/>
          </a:prstGeom>
        </p:spPr>
      </p:pic>
    </p:spTree>
    <p:extLst>
      <p:ext uri="{BB962C8B-B14F-4D97-AF65-F5344CB8AC3E}">
        <p14:creationId xmlns:p14="http://schemas.microsoft.com/office/powerpoint/2010/main" val="14337896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893F72-744A-4A37-56BA-A8916754B006}"/>
              </a:ext>
            </a:extLst>
          </p:cNvPr>
          <p:cNvSpPr>
            <a:spLocks noGrp="1"/>
          </p:cNvSpPr>
          <p:nvPr>
            <p:ph type="title"/>
          </p:nvPr>
        </p:nvSpPr>
        <p:spPr/>
        <p:txBody>
          <a:bodyPr/>
          <a:lstStyle/>
          <a:p>
            <a:r>
              <a:rPr lang="en-IN" b="1" dirty="0"/>
              <a:t>TCON (Timer Control) Register</a:t>
            </a:r>
            <a:br>
              <a:rPr lang="en-IN" b="1" dirty="0"/>
            </a:br>
            <a:endParaRPr lang="en-IN" dirty="0"/>
          </a:p>
        </p:txBody>
      </p:sp>
      <p:sp>
        <p:nvSpPr>
          <p:cNvPr id="3" name="Content Placeholder 2">
            <a:extLst>
              <a:ext uri="{FF2B5EF4-FFF2-40B4-BE49-F238E27FC236}">
                <a16:creationId xmlns:a16="http://schemas.microsoft.com/office/drawing/2014/main" id="{22C7ECA0-9367-6D9D-9932-E9A0EAF5B024}"/>
              </a:ext>
            </a:extLst>
          </p:cNvPr>
          <p:cNvSpPr>
            <a:spLocks noGrp="1"/>
          </p:cNvSpPr>
          <p:nvPr>
            <p:ph idx="1"/>
          </p:nvPr>
        </p:nvSpPr>
        <p:spPr/>
        <p:txBody>
          <a:bodyPr/>
          <a:lstStyle/>
          <a:p>
            <a:pPr fontAlgn="base"/>
            <a:r>
              <a:rPr lang="en-US" b="1" dirty="0"/>
              <a:t>IE0- External interrupt 0 edge flag-</a:t>
            </a:r>
            <a:r>
              <a:rPr lang="en-US" dirty="0"/>
              <a:t> When an external interrupt edge is detected, hardware sets it. Cleared by the device upon processing the interrupt.</a:t>
            </a:r>
          </a:p>
          <a:p>
            <a:pPr fontAlgn="base"/>
            <a:r>
              <a:rPr lang="en-US" b="1" dirty="0"/>
              <a:t>IE1- External interrupt 1 edge flag-</a:t>
            </a:r>
            <a:r>
              <a:rPr lang="en-US" dirty="0"/>
              <a:t>Set by hardware when external interrupt edge is detected. Cleared by hardware when the interrupt is processed.</a:t>
            </a:r>
          </a:p>
          <a:p>
            <a:pPr fontAlgn="base"/>
            <a:r>
              <a:rPr lang="en-US" b="1" dirty="0"/>
              <a:t>TF0- Timer 0 overflow flag-</a:t>
            </a:r>
            <a:r>
              <a:rPr lang="en-US" dirty="0"/>
              <a:t>This bit is set whenever timer 0 overflows and is processed by the hardware.</a:t>
            </a:r>
          </a:p>
          <a:p>
            <a:pPr fontAlgn="base"/>
            <a:r>
              <a:rPr lang="en-US" b="1" dirty="0"/>
              <a:t>TF1- Timer 1 overflow flag - </a:t>
            </a:r>
            <a:r>
              <a:rPr lang="en-US" dirty="0"/>
              <a:t>This bit is set whenever timer 1 overflows and is processed by the hardware.</a:t>
            </a:r>
          </a:p>
          <a:p>
            <a:endParaRPr lang="en-IN" dirty="0"/>
          </a:p>
        </p:txBody>
      </p:sp>
    </p:spTree>
    <p:extLst>
      <p:ext uri="{BB962C8B-B14F-4D97-AF65-F5344CB8AC3E}">
        <p14:creationId xmlns:p14="http://schemas.microsoft.com/office/powerpoint/2010/main" val="7830579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87CB799-1C0E-04BA-0308-D6BFE52BA4F3}"/>
              </a:ext>
            </a:extLst>
          </p:cNvPr>
          <p:cNvSpPr>
            <a:spLocks noGrp="1"/>
          </p:cNvSpPr>
          <p:nvPr>
            <p:ph idx="1"/>
          </p:nvPr>
        </p:nvSpPr>
        <p:spPr>
          <a:xfrm>
            <a:off x="838200" y="786063"/>
            <a:ext cx="10515600" cy="5390900"/>
          </a:xfrm>
        </p:spPr>
        <p:txBody>
          <a:bodyPr>
            <a:normAutofit/>
          </a:bodyPr>
          <a:lstStyle/>
          <a:p>
            <a:pPr fontAlgn="base"/>
            <a:r>
              <a:rPr lang="en-US" b="1" dirty="0"/>
              <a:t>TR0- Timer 0 Run Control-</a:t>
            </a:r>
            <a:r>
              <a:rPr lang="en-US" dirty="0"/>
              <a:t> Set this bit to start Timer 0 and clear it to stop the timer. This is important because the timer needs to be running for it to generate interrupts.</a:t>
            </a:r>
          </a:p>
          <a:p>
            <a:pPr fontAlgn="base"/>
            <a:r>
              <a:rPr lang="en-US" b="1" dirty="0"/>
              <a:t>TR1 Timer 1 Run Control - S</a:t>
            </a:r>
            <a:r>
              <a:rPr lang="en-US" dirty="0"/>
              <a:t>imilar to TR0, this bit controls the running state of Timer 1.</a:t>
            </a:r>
          </a:p>
          <a:p>
            <a:pPr fontAlgn="base"/>
            <a:r>
              <a:rPr lang="en-US" b="1" dirty="0"/>
              <a:t>IT0- Interrupt 0 type control bit-</a:t>
            </a:r>
            <a:r>
              <a:rPr lang="en-US" dirty="0"/>
              <a:t> Set/cleared by the device or software to indicate falling edge/low-level triggered external interrupts.</a:t>
            </a:r>
          </a:p>
          <a:p>
            <a:pPr fontAlgn="base"/>
            <a:r>
              <a:rPr lang="en-US" b="1" dirty="0"/>
              <a:t>IT1- Interrupt 1 type control bit- </a:t>
            </a:r>
            <a:r>
              <a:rPr lang="en-US" dirty="0"/>
              <a:t>Set/cleared by the device or software to indicate falling edge/low-level triggered external interrupts. Whenever the IT0 and IT1 bits are set, the external interrupts 0 and 1 edge-triggered respectively.</a:t>
            </a:r>
          </a:p>
          <a:p>
            <a:endParaRPr lang="en-IN" dirty="0"/>
          </a:p>
        </p:txBody>
      </p:sp>
    </p:spTree>
    <p:extLst>
      <p:ext uri="{BB962C8B-B14F-4D97-AF65-F5344CB8AC3E}">
        <p14:creationId xmlns:p14="http://schemas.microsoft.com/office/powerpoint/2010/main" val="2250781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0024B9-38D8-2F85-A958-D0BC24FA5D34}"/>
              </a:ext>
            </a:extLst>
          </p:cNvPr>
          <p:cNvSpPr>
            <a:spLocks noGrp="1"/>
          </p:cNvSpPr>
          <p:nvPr>
            <p:ph type="title"/>
          </p:nvPr>
        </p:nvSpPr>
        <p:spPr/>
        <p:txBody>
          <a:bodyPr/>
          <a:lstStyle/>
          <a:p>
            <a:r>
              <a:rPr lang="en-IN" b="1" dirty="0"/>
              <a:t>TCON (Timer Control) Register</a:t>
            </a:r>
          </a:p>
        </p:txBody>
      </p:sp>
      <p:pic>
        <p:nvPicPr>
          <p:cNvPr id="5" name="Content Placeholder 4">
            <a:extLst>
              <a:ext uri="{FF2B5EF4-FFF2-40B4-BE49-F238E27FC236}">
                <a16:creationId xmlns:a16="http://schemas.microsoft.com/office/drawing/2014/main" id="{F4C0E071-1409-9F08-D5FD-FFB3E17D238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57137" y="2390274"/>
            <a:ext cx="8261684" cy="2582779"/>
          </a:xfrm>
          <a:prstGeom prst="rect">
            <a:avLst/>
          </a:prstGeom>
        </p:spPr>
      </p:pic>
    </p:spTree>
    <p:extLst>
      <p:ext uri="{BB962C8B-B14F-4D97-AF65-F5344CB8AC3E}">
        <p14:creationId xmlns:p14="http://schemas.microsoft.com/office/powerpoint/2010/main" val="21464805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E2B86A-697D-99EA-56C7-D3C7BF58FA94}"/>
              </a:ext>
            </a:extLst>
          </p:cNvPr>
          <p:cNvSpPr>
            <a:spLocks noGrp="1"/>
          </p:cNvSpPr>
          <p:nvPr>
            <p:ph type="title"/>
          </p:nvPr>
        </p:nvSpPr>
        <p:spPr/>
        <p:txBody>
          <a:bodyPr/>
          <a:lstStyle/>
          <a:p>
            <a:r>
              <a:rPr lang="en-IN" b="1" dirty="0"/>
              <a:t>Serial Communication Interrupts (UART)</a:t>
            </a:r>
            <a:endParaRPr lang="en-IN" dirty="0"/>
          </a:p>
        </p:txBody>
      </p:sp>
      <p:sp>
        <p:nvSpPr>
          <p:cNvPr id="3" name="Content Placeholder 2">
            <a:extLst>
              <a:ext uri="{FF2B5EF4-FFF2-40B4-BE49-F238E27FC236}">
                <a16:creationId xmlns:a16="http://schemas.microsoft.com/office/drawing/2014/main" id="{9E762FA4-DBB7-AED6-9AC3-60F691D04934}"/>
              </a:ext>
            </a:extLst>
          </p:cNvPr>
          <p:cNvSpPr>
            <a:spLocks noGrp="1"/>
          </p:cNvSpPr>
          <p:nvPr>
            <p:ph idx="1"/>
          </p:nvPr>
        </p:nvSpPr>
        <p:spPr>
          <a:xfrm>
            <a:off x="838200" y="1602658"/>
            <a:ext cx="10515600" cy="4574305"/>
          </a:xfrm>
        </p:spPr>
        <p:txBody>
          <a:bodyPr>
            <a:normAutofit lnSpcReduction="10000"/>
          </a:bodyPr>
          <a:lstStyle/>
          <a:p>
            <a:pPr marL="0" indent="0">
              <a:buNone/>
            </a:pPr>
            <a:r>
              <a:rPr lang="en-US" b="1" dirty="0"/>
              <a:t>UART</a:t>
            </a:r>
            <a:r>
              <a:rPr lang="en-US" dirty="0"/>
              <a:t> (Universal Asynchronous Receiver/Transmitter) is a serial communication protocol used with 8051 microcontrollers. Data is sent over a single cable, bit by bit, in serial transmission</a:t>
            </a:r>
          </a:p>
          <a:p>
            <a:pPr marL="0" indent="0">
              <a:buNone/>
            </a:pPr>
            <a:endParaRPr lang="en-US" dirty="0"/>
          </a:p>
          <a:p>
            <a:pPr marL="0" indent="0">
              <a:buNone/>
            </a:pPr>
            <a:r>
              <a:rPr lang="en-US" dirty="0"/>
              <a:t>Addressing UART communication with the 8051's interrupts:</a:t>
            </a:r>
          </a:p>
          <a:p>
            <a:pPr fontAlgn="base"/>
            <a:endParaRPr lang="en-US" b="1" dirty="0"/>
          </a:p>
          <a:p>
            <a:pPr fontAlgn="base"/>
            <a:r>
              <a:rPr lang="en-US" b="1" dirty="0"/>
              <a:t>Initialization of UART-</a:t>
            </a:r>
            <a:r>
              <a:rPr lang="en-US" dirty="0"/>
              <a:t> Set the data format, baud rate, and enable the UART module by configuring the UART registers.</a:t>
            </a:r>
          </a:p>
          <a:p>
            <a:pPr fontAlgn="base"/>
            <a:r>
              <a:rPr lang="en-US" b="1" dirty="0"/>
              <a:t>Interrupt Enable</a:t>
            </a:r>
            <a:r>
              <a:rPr lang="en-US" dirty="0"/>
              <a:t>- Depending on the operation you wish to interrupt for, enable the UART's transmit interrupt (TI) or receive interrupt (RI).</a:t>
            </a:r>
          </a:p>
          <a:p>
            <a:pPr marL="0" indent="0">
              <a:buNone/>
            </a:pPr>
            <a:endParaRPr lang="en-US" dirty="0"/>
          </a:p>
          <a:p>
            <a:pPr marL="0" indent="0">
              <a:buNone/>
            </a:pPr>
            <a:endParaRPr lang="en-IN" dirty="0"/>
          </a:p>
        </p:txBody>
      </p:sp>
    </p:spTree>
    <p:extLst>
      <p:ext uri="{BB962C8B-B14F-4D97-AF65-F5344CB8AC3E}">
        <p14:creationId xmlns:p14="http://schemas.microsoft.com/office/powerpoint/2010/main" val="7999068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4E43FF7-2463-5AFE-19C8-2E92E45F84AE}"/>
              </a:ext>
            </a:extLst>
          </p:cNvPr>
          <p:cNvSpPr>
            <a:spLocks noGrp="1"/>
          </p:cNvSpPr>
          <p:nvPr>
            <p:ph idx="1"/>
          </p:nvPr>
        </p:nvSpPr>
        <p:spPr>
          <a:xfrm>
            <a:off x="838200" y="1376516"/>
            <a:ext cx="10515600" cy="4800447"/>
          </a:xfrm>
        </p:spPr>
        <p:txBody>
          <a:bodyPr>
            <a:normAutofit/>
          </a:bodyPr>
          <a:lstStyle/>
          <a:p>
            <a:pPr fontAlgn="base"/>
            <a:r>
              <a:rPr lang="en-US" b="1" dirty="0"/>
              <a:t>ISR (interrupt service routine)-</a:t>
            </a:r>
            <a:r>
              <a:rPr lang="en-US" dirty="0"/>
              <a:t> To handle the interrupt, write an ISR. The ISR in UART communication normally verifies whether the transmit buffer is ready (TI) or whether data has been received (RI).</a:t>
            </a:r>
          </a:p>
          <a:p>
            <a:pPr fontAlgn="base"/>
            <a:r>
              <a:rPr lang="en-US" b="1" dirty="0"/>
              <a:t>Clearing the Flag- To</a:t>
            </a:r>
            <a:r>
              <a:rPr lang="en-US" dirty="0"/>
              <a:t> recognize the interrupt and get ready for the next one, in the ISR, clear the associated interrupt flag (RI or TI).</a:t>
            </a:r>
          </a:p>
          <a:p>
            <a:endParaRPr lang="en-IN" dirty="0"/>
          </a:p>
        </p:txBody>
      </p:sp>
    </p:spTree>
    <p:extLst>
      <p:ext uri="{BB962C8B-B14F-4D97-AF65-F5344CB8AC3E}">
        <p14:creationId xmlns:p14="http://schemas.microsoft.com/office/powerpoint/2010/main" val="3236413318"/>
      </p:ext>
    </p:extLst>
  </p:cSld>
  <p:clrMapOvr>
    <a:masterClrMapping/>
  </p:clrMapOvr>
</p:sld>
</file>

<file path=ppt/theme/theme1.xml><?xml version="1.0" encoding="utf-8"?>
<a:theme xmlns:a="http://schemas.openxmlformats.org/drawingml/2006/main" name="FunkyShapesDarkVTI">
  <a:themeElements>
    <a:clrScheme name="Custom 4">
      <a:dk1>
        <a:srgbClr val="FFFFFF"/>
      </a:dk1>
      <a:lt1>
        <a:srgbClr val="000000"/>
      </a:lt1>
      <a:dk2>
        <a:srgbClr val="F3FFF8"/>
      </a:dk2>
      <a:lt2>
        <a:srgbClr val="2D2D2D"/>
      </a:lt2>
      <a:accent1>
        <a:srgbClr val="FF80BD"/>
      </a:accent1>
      <a:accent2>
        <a:srgbClr val="1EB9D3"/>
      </a:accent2>
      <a:accent3>
        <a:srgbClr val="21C46B"/>
      </a:accent3>
      <a:accent4>
        <a:srgbClr val="EA9600"/>
      </a:accent4>
      <a:accent5>
        <a:srgbClr val="F43B56"/>
      </a:accent5>
      <a:accent6>
        <a:srgbClr val="4B56E8"/>
      </a:accent6>
      <a:hlink>
        <a:srgbClr val="8F61FF"/>
      </a:hlink>
      <a:folHlink>
        <a:srgbClr val="F900A0"/>
      </a:folHlink>
    </a:clrScheme>
    <a:fontScheme name="Source Sans Pro">
      <a:majorFont>
        <a:latin typeface="Source Sans Pro"/>
        <a:ea typeface=""/>
        <a:cs typeface=""/>
      </a:majorFont>
      <a:minorFont>
        <a:latin typeface="Source Sans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unkyShapesDarkVTI" id="{84637DF0-7D2D-4F20-816C-4D6C45F3FAF2}" vid="{0EF594EE-C33F-480F-80E7-D4F74C1C30EB}"/>
    </a:ext>
  </a:extLst>
</a:theme>
</file>

<file path=docProps/app.xml><?xml version="1.0" encoding="utf-8"?>
<Properties xmlns="http://schemas.openxmlformats.org/officeDocument/2006/extended-properties" xmlns:vt="http://schemas.openxmlformats.org/officeDocument/2006/docPropsVTypes">
  <Template>Funky shapes dark</Template>
  <TotalTime>104</TotalTime>
  <Words>1239</Words>
  <Application>Microsoft Office PowerPoint</Application>
  <PresentationFormat>Widescreen</PresentationFormat>
  <Paragraphs>89</Paragraphs>
  <Slides>20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Source Sans Pro</vt:lpstr>
      <vt:lpstr>FunkyShapesDarkVTI</vt:lpstr>
      <vt:lpstr>INTERRUPTS</vt:lpstr>
      <vt:lpstr>What is interrupt? </vt:lpstr>
      <vt:lpstr>Interrupt Sources</vt:lpstr>
      <vt:lpstr>PowerPoint Presentation</vt:lpstr>
      <vt:lpstr>PowerPoint Presentation</vt:lpstr>
      <vt:lpstr>PowerPoint Presentation</vt:lpstr>
      <vt:lpstr>Interrupt vector address</vt:lpstr>
      <vt:lpstr>Interrupt Control Register</vt:lpstr>
      <vt:lpstr>PowerPoint Presentation</vt:lpstr>
      <vt:lpstr>PowerPoint Presentation</vt:lpstr>
      <vt:lpstr>Interrupt Enable Register(IE)</vt:lpstr>
      <vt:lpstr>PowerPoint Presentation</vt:lpstr>
      <vt:lpstr> Interrupt Priority (IP) Register &gt; The Interrupt Priority (IP) Register is used to determine the interrupt priority. &gt; When the bit is 0, the corresponding interrupt has lowest priority and if the bit is 1, the corresponding interrupt has the higher priority.  &gt; When two interrupts occur at the same time, the higher priority interrupt gets service fast and then the next higher priority interrupt gets service. </vt:lpstr>
      <vt:lpstr>The priority of interrupts :</vt:lpstr>
      <vt:lpstr>IP (Interrupt Priority) Register</vt:lpstr>
      <vt:lpstr>TCON (Timer Control) Register </vt:lpstr>
      <vt:lpstr>PowerPoint Presentation</vt:lpstr>
      <vt:lpstr>TCON (Timer Control) Register</vt:lpstr>
      <vt:lpstr>Serial Communication Interrupts (UART)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Sunandhitha S G</dc:creator>
  <cp:lastModifiedBy>Sunandhitha S G</cp:lastModifiedBy>
  <cp:revision>1</cp:revision>
  <dcterms:created xsi:type="dcterms:W3CDTF">2026-02-22T16:04:57Z</dcterms:created>
  <dcterms:modified xsi:type="dcterms:W3CDTF">2026-02-24T03:25:25Z</dcterms:modified>
</cp:coreProperties>
</file>